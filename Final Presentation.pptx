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8" r:id="rId3"/>
    <p:sldId id="259" r:id="rId4"/>
    <p:sldId id="257"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78F757-7E21-4019-8B11-05283F324DC7}" v="5" dt="2025-11-05T06:09:22.3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as De Clercq" userId="9c31a129-d0fa-4972-9ded-5cd4a28ff5d8" providerId="ADAL" clId="{4440E78D-6615-47E0-9AC6-B71C33F44C65}"/>
    <pc:docChg chg="undo custSel mod addSld delSld modSld">
      <pc:chgData name="Nicholas De Clercq" userId="9c31a129-d0fa-4972-9ded-5cd4a28ff5d8" providerId="ADAL" clId="{4440E78D-6615-47E0-9AC6-B71C33F44C65}" dt="2025-11-05T06:10:09.482" v="1380" actId="20577"/>
      <pc:docMkLst>
        <pc:docMk/>
      </pc:docMkLst>
      <pc:sldChg chg="modSp new mod">
        <pc:chgData name="Nicholas De Clercq" userId="9c31a129-d0fa-4972-9ded-5cd4a28ff5d8" providerId="ADAL" clId="{4440E78D-6615-47E0-9AC6-B71C33F44C65}" dt="2025-11-05T06:10:09.482" v="1380" actId="20577"/>
        <pc:sldMkLst>
          <pc:docMk/>
          <pc:sldMk cId="389394611" sldId="256"/>
        </pc:sldMkLst>
        <pc:spChg chg="mod">
          <ac:chgData name="Nicholas De Clercq" userId="9c31a129-d0fa-4972-9ded-5cd4a28ff5d8" providerId="ADAL" clId="{4440E78D-6615-47E0-9AC6-B71C33F44C65}" dt="2025-11-05T06:10:09.482" v="1380" actId="20577"/>
          <ac:spMkLst>
            <pc:docMk/>
            <pc:sldMk cId="389394611" sldId="256"/>
            <ac:spMk id="2" creationId="{7F5707B0-23C3-678F-F50A-E4342DDD6637}"/>
          </ac:spMkLst>
        </pc:spChg>
        <pc:spChg chg="mod">
          <ac:chgData name="Nicholas De Clercq" userId="9c31a129-d0fa-4972-9ded-5cd4a28ff5d8" providerId="ADAL" clId="{4440E78D-6615-47E0-9AC6-B71C33F44C65}" dt="2025-11-03T16:53:55.416" v="56" actId="20577"/>
          <ac:spMkLst>
            <pc:docMk/>
            <pc:sldMk cId="389394611" sldId="256"/>
            <ac:spMk id="3" creationId="{0EBCF3B8-2649-CAB3-5291-60C3B7FD76B7}"/>
          </ac:spMkLst>
        </pc:spChg>
      </pc:sldChg>
      <pc:sldChg chg="addSp delSp modSp new mod">
        <pc:chgData name="Nicholas De Clercq" userId="9c31a129-d0fa-4972-9ded-5cd4a28ff5d8" providerId="ADAL" clId="{4440E78D-6615-47E0-9AC6-B71C33F44C65}" dt="2025-11-03T17:06:41.671" v="523" actId="1076"/>
        <pc:sldMkLst>
          <pc:docMk/>
          <pc:sldMk cId="13241881" sldId="257"/>
        </pc:sldMkLst>
        <pc:spChg chg="mod">
          <ac:chgData name="Nicholas De Clercq" userId="9c31a129-d0fa-4972-9ded-5cd4a28ff5d8" providerId="ADAL" clId="{4440E78D-6615-47E0-9AC6-B71C33F44C65}" dt="2025-11-03T17:06:13.594" v="515" actId="20577"/>
          <ac:spMkLst>
            <pc:docMk/>
            <pc:sldMk cId="13241881" sldId="257"/>
            <ac:spMk id="2" creationId="{D03A5681-4A00-8D4B-D22A-C2E89FB1A522}"/>
          </ac:spMkLst>
        </pc:spChg>
        <pc:picChg chg="add mod ord">
          <ac:chgData name="Nicholas De Clercq" userId="9c31a129-d0fa-4972-9ded-5cd4a28ff5d8" providerId="ADAL" clId="{4440E78D-6615-47E0-9AC6-B71C33F44C65}" dt="2025-11-03T17:06:37.265" v="522" actId="1076"/>
          <ac:picMkLst>
            <pc:docMk/>
            <pc:sldMk cId="13241881" sldId="257"/>
            <ac:picMk id="6" creationId="{6F8573BF-AC07-D49E-A34C-D5F3DF60295F}"/>
          </ac:picMkLst>
        </pc:picChg>
        <pc:picChg chg="add mod ord">
          <ac:chgData name="Nicholas De Clercq" userId="9c31a129-d0fa-4972-9ded-5cd4a28ff5d8" providerId="ADAL" clId="{4440E78D-6615-47E0-9AC6-B71C33F44C65}" dt="2025-11-03T17:06:41.671" v="523" actId="1076"/>
          <ac:picMkLst>
            <pc:docMk/>
            <pc:sldMk cId="13241881" sldId="257"/>
            <ac:picMk id="8" creationId="{62A885B9-5B42-1414-EB8B-AFB58F5AF1A7}"/>
          </ac:picMkLst>
        </pc:picChg>
      </pc:sldChg>
      <pc:sldChg chg="modSp new mod">
        <pc:chgData name="Nicholas De Clercq" userId="9c31a129-d0fa-4972-9ded-5cd4a28ff5d8" providerId="ADAL" clId="{4440E78D-6615-47E0-9AC6-B71C33F44C65}" dt="2025-11-03T16:58:44.034" v="197" actId="20577"/>
        <pc:sldMkLst>
          <pc:docMk/>
          <pc:sldMk cId="4065191673" sldId="258"/>
        </pc:sldMkLst>
        <pc:spChg chg="mod">
          <ac:chgData name="Nicholas De Clercq" userId="9c31a129-d0fa-4972-9ded-5cd4a28ff5d8" providerId="ADAL" clId="{4440E78D-6615-47E0-9AC6-B71C33F44C65}" dt="2025-11-03T16:57:26.960" v="66" actId="20577"/>
          <ac:spMkLst>
            <pc:docMk/>
            <pc:sldMk cId="4065191673" sldId="258"/>
            <ac:spMk id="2" creationId="{7C43A6D0-BBE8-E3A0-CFCD-D4D3FA2CFD63}"/>
          </ac:spMkLst>
        </pc:spChg>
        <pc:spChg chg="mod">
          <ac:chgData name="Nicholas De Clercq" userId="9c31a129-d0fa-4972-9ded-5cd4a28ff5d8" providerId="ADAL" clId="{4440E78D-6615-47E0-9AC6-B71C33F44C65}" dt="2025-11-03T16:58:44.034" v="197" actId="20577"/>
          <ac:spMkLst>
            <pc:docMk/>
            <pc:sldMk cId="4065191673" sldId="258"/>
            <ac:spMk id="3" creationId="{B4F3A8BE-0999-DF73-11EA-ED7341679DF5}"/>
          </ac:spMkLst>
        </pc:spChg>
      </pc:sldChg>
      <pc:sldChg chg="modSp new mod">
        <pc:chgData name="Nicholas De Clercq" userId="9c31a129-d0fa-4972-9ded-5cd4a28ff5d8" providerId="ADAL" clId="{4440E78D-6615-47E0-9AC6-B71C33F44C65}" dt="2025-11-03T17:04:36.045" v="459" actId="255"/>
        <pc:sldMkLst>
          <pc:docMk/>
          <pc:sldMk cId="1628709882" sldId="259"/>
        </pc:sldMkLst>
        <pc:spChg chg="mod">
          <ac:chgData name="Nicholas De Clercq" userId="9c31a129-d0fa-4972-9ded-5cd4a28ff5d8" providerId="ADAL" clId="{4440E78D-6615-47E0-9AC6-B71C33F44C65}" dt="2025-11-03T17:03:16.115" v="220" actId="20577"/>
          <ac:spMkLst>
            <pc:docMk/>
            <pc:sldMk cId="1628709882" sldId="259"/>
            <ac:spMk id="2" creationId="{24322A72-F8D3-ADDD-8EC2-5E6B17C1F614}"/>
          </ac:spMkLst>
        </pc:spChg>
        <pc:spChg chg="mod">
          <ac:chgData name="Nicholas De Clercq" userId="9c31a129-d0fa-4972-9ded-5cd4a28ff5d8" providerId="ADAL" clId="{4440E78D-6615-47E0-9AC6-B71C33F44C65}" dt="2025-11-03T17:04:36.045" v="459" actId="255"/>
          <ac:spMkLst>
            <pc:docMk/>
            <pc:sldMk cId="1628709882" sldId="259"/>
            <ac:spMk id="3" creationId="{51033F33-6E53-8D90-6C9D-3815CBD682BF}"/>
          </ac:spMkLst>
        </pc:spChg>
      </pc:sldChg>
      <pc:sldChg chg="addSp delSp modSp new mod setBg">
        <pc:chgData name="Nicholas De Clercq" userId="9c31a129-d0fa-4972-9ded-5cd4a28ff5d8" providerId="ADAL" clId="{4440E78D-6615-47E0-9AC6-B71C33F44C65}" dt="2025-11-03T17:09:35.909" v="885" actId="20577"/>
        <pc:sldMkLst>
          <pc:docMk/>
          <pc:sldMk cId="1827103838" sldId="260"/>
        </pc:sldMkLst>
        <pc:spChg chg="mod">
          <ac:chgData name="Nicholas De Clercq" userId="9c31a129-d0fa-4972-9ded-5cd4a28ff5d8" providerId="ADAL" clId="{4440E78D-6615-47E0-9AC6-B71C33F44C65}" dt="2025-11-03T17:09:35.909" v="885" actId="20577"/>
          <ac:spMkLst>
            <pc:docMk/>
            <pc:sldMk cId="1827103838" sldId="260"/>
            <ac:spMk id="4" creationId="{8B96F322-4750-4617-6798-4DBC2A96A0A2}"/>
          </ac:spMkLst>
        </pc:spChg>
        <pc:spChg chg="add">
          <ac:chgData name="Nicholas De Clercq" userId="9c31a129-d0fa-4972-9ded-5cd4a28ff5d8" providerId="ADAL" clId="{4440E78D-6615-47E0-9AC6-B71C33F44C65}" dt="2025-11-03T17:08:39.505" v="655" actId="26606"/>
          <ac:spMkLst>
            <pc:docMk/>
            <pc:sldMk cId="1827103838" sldId="260"/>
            <ac:spMk id="11" creationId="{7D379150-F6B4-45C8-BE10-6B278AD400EB}"/>
          </ac:spMkLst>
        </pc:spChg>
        <pc:spChg chg="add">
          <ac:chgData name="Nicholas De Clercq" userId="9c31a129-d0fa-4972-9ded-5cd4a28ff5d8" providerId="ADAL" clId="{4440E78D-6615-47E0-9AC6-B71C33F44C65}" dt="2025-11-03T17:08:39.505" v="655" actId="26606"/>
          <ac:spMkLst>
            <pc:docMk/>
            <pc:sldMk cId="1827103838" sldId="260"/>
            <ac:spMk id="13" creationId="{5FFCF544-A370-4A5D-A95F-CA6E0E7191E6}"/>
          </ac:spMkLst>
        </pc:spChg>
        <pc:spChg chg="add">
          <ac:chgData name="Nicholas De Clercq" userId="9c31a129-d0fa-4972-9ded-5cd4a28ff5d8" providerId="ADAL" clId="{4440E78D-6615-47E0-9AC6-B71C33F44C65}" dt="2025-11-03T17:08:39.505" v="655" actId="26606"/>
          <ac:spMkLst>
            <pc:docMk/>
            <pc:sldMk cId="1827103838" sldId="260"/>
            <ac:spMk id="17" creationId="{44CC594A-A820-450F-B363-C19201FCFEC6}"/>
          </ac:spMkLst>
        </pc:spChg>
        <pc:spChg chg="add">
          <ac:chgData name="Nicholas De Clercq" userId="9c31a129-d0fa-4972-9ded-5cd4a28ff5d8" providerId="ADAL" clId="{4440E78D-6615-47E0-9AC6-B71C33F44C65}" dt="2025-11-03T17:08:39.505" v="655" actId="26606"/>
          <ac:spMkLst>
            <pc:docMk/>
            <pc:sldMk cId="1827103838" sldId="260"/>
            <ac:spMk id="19" creationId="{59FAB3DA-E9ED-4574-ABCC-378BC0FF1BBC}"/>
          </ac:spMkLst>
        </pc:spChg>
        <pc:spChg chg="add">
          <ac:chgData name="Nicholas De Clercq" userId="9c31a129-d0fa-4972-9ded-5cd4a28ff5d8" providerId="ADAL" clId="{4440E78D-6615-47E0-9AC6-B71C33F44C65}" dt="2025-11-03T17:08:39.505" v="655" actId="26606"/>
          <ac:spMkLst>
            <pc:docMk/>
            <pc:sldMk cId="1827103838" sldId="260"/>
            <ac:spMk id="21" creationId="{53B8D6B0-55D6-48DC-86D8-FD95D5F118AB}"/>
          </ac:spMkLst>
        </pc:spChg>
        <pc:picChg chg="add mod ord">
          <ac:chgData name="Nicholas De Clercq" userId="9c31a129-d0fa-4972-9ded-5cd4a28ff5d8" providerId="ADAL" clId="{4440E78D-6615-47E0-9AC6-B71C33F44C65}" dt="2025-11-03T17:08:39.505" v="655" actId="26606"/>
          <ac:picMkLst>
            <pc:docMk/>
            <pc:sldMk cId="1827103838" sldId="260"/>
            <ac:picMk id="6" creationId="{0ABF964F-6A6E-5C4E-8E63-68AE573BEDC8}"/>
          </ac:picMkLst>
        </pc:picChg>
        <pc:cxnChg chg="add">
          <ac:chgData name="Nicholas De Clercq" userId="9c31a129-d0fa-4972-9ded-5cd4a28ff5d8" providerId="ADAL" clId="{4440E78D-6615-47E0-9AC6-B71C33F44C65}" dt="2025-11-03T17:08:39.505" v="655" actId="26606"/>
          <ac:cxnSpMkLst>
            <pc:docMk/>
            <pc:sldMk cId="1827103838" sldId="260"/>
            <ac:cxnSpMk id="15" creationId="{6EEB3B97-A638-498B-8083-54191CE71E01}"/>
          </ac:cxnSpMkLst>
        </pc:cxnChg>
      </pc:sldChg>
      <pc:sldChg chg="addSp delSp modSp new mod setBg">
        <pc:chgData name="Nicholas De Clercq" userId="9c31a129-d0fa-4972-9ded-5cd4a28ff5d8" providerId="ADAL" clId="{4440E78D-6615-47E0-9AC6-B71C33F44C65}" dt="2025-11-05T05:53:41.460" v="1069" actId="1076"/>
        <pc:sldMkLst>
          <pc:docMk/>
          <pc:sldMk cId="1548242637" sldId="261"/>
        </pc:sldMkLst>
        <pc:spChg chg="mod">
          <ac:chgData name="Nicholas De Clercq" userId="9c31a129-d0fa-4972-9ded-5cd4a28ff5d8" providerId="ADAL" clId="{4440E78D-6615-47E0-9AC6-B71C33F44C65}" dt="2025-11-03T17:16:26.038" v="916" actId="26606"/>
          <ac:spMkLst>
            <pc:docMk/>
            <pc:sldMk cId="1548242637" sldId="261"/>
            <ac:spMk id="2" creationId="{7B9483A1-B191-8922-4173-35C4708006C6}"/>
          </ac:spMkLst>
        </pc:spChg>
        <pc:spChg chg="add del mod">
          <ac:chgData name="Nicholas De Clercq" userId="9c31a129-d0fa-4972-9ded-5cd4a28ff5d8" providerId="ADAL" clId="{4440E78D-6615-47E0-9AC6-B71C33F44C65}" dt="2025-11-05T05:53:35.547" v="1067" actId="22"/>
          <ac:spMkLst>
            <pc:docMk/>
            <pc:sldMk cId="1548242637" sldId="261"/>
            <ac:spMk id="4" creationId="{0EEA303E-5429-53EF-B8A9-7F0F8C3DC15A}"/>
          </ac:spMkLst>
        </pc:spChg>
        <pc:picChg chg="add mod ord">
          <ac:chgData name="Nicholas De Clercq" userId="9c31a129-d0fa-4972-9ded-5cd4a28ff5d8" providerId="ADAL" clId="{4440E78D-6615-47E0-9AC6-B71C33F44C65}" dt="2025-11-03T17:16:26.038" v="916" actId="26606"/>
          <ac:picMkLst>
            <pc:docMk/>
            <pc:sldMk cId="1548242637" sldId="261"/>
            <ac:picMk id="6" creationId="{D0A1D0BC-DE61-3E3A-6EB8-B1B64F32DDD0}"/>
          </ac:picMkLst>
        </pc:picChg>
        <pc:picChg chg="add del mod">
          <ac:chgData name="Nicholas De Clercq" userId="9c31a129-d0fa-4972-9ded-5cd4a28ff5d8" providerId="ADAL" clId="{4440E78D-6615-47E0-9AC6-B71C33F44C65}" dt="2025-11-05T05:53:34.130" v="1066" actId="478"/>
          <ac:picMkLst>
            <pc:docMk/>
            <pc:sldMk cId="1548242637" sldId="261"/>
            <ac:picMk id="7" creationId="{C69F4B35-A21F-81EB-9838-44D30777504D}"/>
          </ac:picMkLst>
        </pc:picChg>
        <pc:picChg chg="add del mod ord">
          <ac:chgData name="Nicholas De Clercq" userId="9c31a129-d0fa-4972-9ded-5cd4a28ff5d8" providerId="ADAL" clId="{4440E78D-6615-47E0-9AC6-B71C33F44C65}" dt="2025-11-05T05:53:27.481" v="1062" actId="478"/>
          <ac:picMkLst>
            <pc:docMk/>
            <pc:sldMk cId="1548242637" sldId="261"/>
            <ac:picMk id="8" creationId="{69A47AAC-5676-793F-0C76-EC846EB3D4F9}"/>
          </ac:picMkLst>
        </pc:picChg>
        <pc:picChg chg="add mod ord">
          <ac:chgData name="Nicholas De Clercq" userId="9c31a129-d0fa-4972-9ded-5cd4a28ff5d8" providerId="ADAL" clId="{4440E78D-6615-47E0-9AC6-B71C33F44C65}" dt="2025-11-05T05:53:41.460" v="1069" actId="1076"/>
          <ac:picMkLst>
            <pc:docMk/>
            <pc:sldMk cId="1548242637" sldId="261"/>
            <ac:picMk id="10" creationId="{2F441437-FBCA-8A31-10AC-F5657502C1AE}"/>
          </ac:picMkLst>
        </pc:picChg>
      </pc:sldChg>
      <pc:sldChg chg="addSp delSp modSp new mod">
        <pc:chgData name="Nicholas De Clercq" userId="9c31a129-d0fa-4972-9ded-5cd4a28ff5d8" providerId="ADAL" clId="{4440E78D-6615-47E0-9AC6-B71C33F44C65}" dt="2025-11-03T17:18:39.238" v="1061" actId="20577"/>
        <pc:sldMkLst>
          <pc:docMk/>
          <pc:sldMk cId="571138243" sldId="262"/>
        </pc:sldMkLst>
        <pc:spChg chg="mod">
          <ac:chgData name="Nicholas De Clercq" userId="9c31a129-d0fa-4972-9ded-5cd4a28ff5d8" providerId="ADAL" clId="{4440E78D-6615-47E0-9AC6-B71C33F44C65}" dt="2025-11-03T17:18:39.238" v="1061" actId="20577"/>
          <ac:spMkLst>
            <pc:docMk/>
            <pc:sldMk cId="571138243" sldId="262"/>
            <ac:spMk id="4" creationId="{F3D5901C-EB5F-3EE3-056E-F7248B463DBD}"/>
          </ac:spMkLst>
        </pc:spChg>
        <pc:picChg chg="add mod ord">
          <ac:chgData name="Nicholas De Clercq" userId="9c31a129-d0fa-4972-9ded-5cd4a28ff5d8" providerId="ADAL" clId="{4440E78D-6615-47E0-9AC6-B71C33F44C65}" dt="2025-11-03T17:16:50.535" v="919" actId="14100"/>
          <ac:picMkLst>
            <pc:docMk/>
            <pc:sldMk cId="571138243" sldId="262"/>
            <ac:picMk id="6" creationId="{FCAD4DDB-7C32-592E-5382-CD6544C6904D}"/>
          </ac:picMkLst>
        </pc:picChg>
      </pc:sldChg>
      <pc:sldChg chg="addSp delSp modSp new mod">
        <pc:chgData name="Nicholas De Clercq" userId="9c31a129-d0fa-4972-9ded-5cd4a28ff5d8" providerId="ADAL" clId="{4440E78D-6615-47E0-9AC6-B71C33F44C65}" dt="2025-11-05T05:54:46.420" v="1097" actId="22"/>
        <pc:sldMkLst>
          <pc:docMk/>
          <pc:sldMk cId="2548482477" sldId="263"/>
        </pc:sldMkLst>
        <pc:spChg chg="mod">
          <ac:chgData name="Nicholas De Clercq" userId="9c31a129-d0fa-4972-9ded-5cd4a28ff5d8" providerId="ADAL" clId="{4440E78D-6615-47E0-9AC6-B71C33F44C65}" dt="2025-11-05T05:54:14.146" v="1095" actId="20577"/>
          <ac:spMkLst>
            <pc:docMk/>
            <pc:sldMk cId="2548482477" sldId="263"/>
            <ac:spMk id="2" creationId="{58B74D6A-5C77-90E8-5F4E-F68B6ECAA681}"/>
          </ac:spMkLst>
        </pc:spChg>
        <pc:spChg chg="del">
          <ac:chgData name="Nicholas De Clercq" userId="9c31a129-d0fa-4972-9ded-5cd4a28ff5d8" providerId="ADAL" clId="{4440E78D-6615-47E0-9AC6-B71C33F44C65}" dt="2025-11-05T05:54:36.482" v="1096" actId="22"/>
          <ac:spMkLst>
            <pc:docMk/>
            <pc:sldMk cId="2548482477" sldId="263"/>
            <ac:spMk id="3" creationId="{9BB331C1-DA41-211A-B257-3653CB6B31B7}"/>
          </ac:spMkLst>
        </pc:spChg>
        <pc:spChg chg="del">
          <ac:chgData name="Nicholas De Clercq" userId="9c31a129-d0fa-4972-9ded-5cd4a28ff5d8" providerId="ADAL" clId="{4440E78D-6615-47E0-9AC6-B71C33F44C65}" dt="2025-11-05T05:54:46.420" v="1097" actId="22"/>
          <ac:spMkLst>
            <pc:docMk/>
            <pc:sldMk cId="2548482477" sldId="263"/>
            <ac:spMk id="4" creationId="{F96FE928-DBA0-E4CC-E857-690A13BB5916}"/>
          </ac:spMkLst>
        </pc:spChg>
        <pc:picChg chg="add mod ord">
          <ac:chgData name="Nicholas De Clercq" userId="9c31a129-d0fa-4972-9ded-5cd4a28ff5d8" providerId="ADAL" clId="{4440E78D-6615-47E0-9AC6-B71C33F44C65}" dt="2025-11-05T05:54:36.482" v="1096" actId="22"/>
          <ac:picMkLst>
            <pc:docMk/>
            <pc:sldMk cId="2548482477" sldId="263"/>
            <ac:picMk id="6" creationId="{00F47882-6A55-1F4A-240E-7049496967E6}"/>
          </ac:picMkLst>
        </pc:picChg>
        <pc:picChg chg="add mod ord">
          <ac:chgData name="Nicholas De Clercq" userId="9c31a129-d0fa-4972-9ded-5cd4a28ff5d8" providerId="ADAL" clId="{4440E78D-6615-47E0-9AC6-B71C33F44C65}" dt="2025-11-05T05:54:46.420" v="1097" actId="22"/>
          <ac:picMkLst>
            <pc:docMk/>
            <pc:sldMk cId="2548482477" sldId="263"/>
            <ac:picMk id="8" creationId="{C624AA0A-98D3-5D7B-34ED-0F0C043785EB}"/>
          </ac:picMkLst>
        </pc:picChg>
      </pc:sldChg>
      <pc:sldChg chg="addSp delSp modSp new mod">
        <pc:chgData name="Nicholas De Clercq" userId="9c31a129-d0fa-4972-9ded-5cd4a28ff5d8" providerId="ADAL" clId="{4440E78D-6615-47E0-9AC6-B71C33F44C65}" dt="2025-11-05T05:55:31.134" v="1107" actId="20577"/>
        <pc:sldMkLst>
          <pc:docMk/>
          <pc:sldMk cId="1380564717" sldId="264"/>
        </pc:sldMkLst>
        <pc:spChg chg="del">
          <ac:chgData name="Nicholas De Clercq" userId="9c31a129-d0fa-4972-9ded-5cd4a28ff5d8" providerId="ADAL" clId="{4440E78D-6615-47E0-9AC6-B71C33F44C65}" dt="2025-11-05T05:55:15.708" v="1100" actId="478"/>
          <ac:spMkLst>
            <pc:docMk/>
            <pc:sldMk cId="1380564717" sldId="264"/>
            <ac:spMk id="2" creationId="{C796F4AD-BC45-E8B1-4C14-3F0CE9B9D487}"/>
          </ac:spMkLst>
        </pc:spChg>
        <pc:spChg chg="del">
          <ac:chgData name="Nicholas De Clercq" userId="9c31a129-d0fa-4972-9ded-5cd4a28ff5d8" providerId="ADAL" clId="{4440E78D-6615-47E0-9AC6-B71C33F44C65}" dt="2025-11-05T05:55:11.750" v="1099" actId="22"/>
          <ac:spMkLst>
            <pc:docMk/>
            <pc:sldMk cId="1380564717" sldId="264"/>
            <ac:spMk id="3" creationId="{67B590EE-CC2B-5B70-187C-775EE1555E62}"/>
          </ac:spMkLst>
        </pc:spChg>
        <pc:spChg chg="mod">
          <ac:chgData name="Nicholas De Clercq" userId="9c31a129-d0fa-4972-9ded-5cd4a28ff5d8" providerId="ADAL" clId="{4440E78D-6615-47E0-9AC6-B71C33F44C65}" dt="2025-11-05T05:55:31.134" v="1107" actId="20577"/>
          <ac:spMkLst>
            <pc:docMk/>
            <pc:sldMk cId="1380564717" sldId="264"/>
            <ac:spMk id="4" creationId="{0C85C6CE-3B84-ACB6-EDD4-8099747B7AF2}"/>
          </ac:spMkLst>
        </pc:spChg>
        <pc:picChg chg="add mod ord">
          <ac:chgData name="Nicholas De Clercq" userId="9c31a129-d0fa-4972-9ded-5cd4a28ff5d8" providerId="ADAL" clId="{4440E78D-6615-47E0-9AC6-B71C33F44C65}" dt="2025-11-05T05:55:11.750" v="1099" actId="22"/>
          <ac:picMkLst>
            <pc:docMk/>
            <pc:sldMk cId="1380564717" sldId="264"/>
            <ac:picMk id="6" creationId="{01C3FA43-2417-3CFF-4EB8-FBD1F19C52AF}"/>
          </ac:picMkLst>
        </pc:picChg>
      </pc:sldChg>
      <pc:sldChg chg="addSp delSp modSp new mod">
        <pc:chgData name="Nicholas De Clercq" userId="9c31a129-d0fa-4972-9ded-5cd4a28ff5d8" providerId="ADAL" clId="{4440E78D-6615-47E0-9AC6-B71C33F44C65}" dt="2025-11-05T05:59:54.154" v="1129" actId="22"/>
        <pc:sldMkLst>
          <pc:docMk/>
          <pc:sldMk cId="533887787" sldId="265"/>
        </pc:sldMkLst>
        <pc:spChg chg="mod">
          <ac:chgData name="Nicholas De Clercq" userId="9c31a129-d0fa-4972-9ded-5cd4a28ff5d8" providerId="ADAL" clId="{4440E78D-6615-47E0-9AC6-B71C33F44C65}" dt="2025-11-05T05:59:27.303" v="1127" actId="20577"/>
          <ac:spMkLst>
            <pc:docMk/>
            <pc:sldMk cId="533887787" sldId="265"/>
            <ac:spMk id="2" creationId="{C5ECB41F-B455-3EB6-D27F-F331F1A266A3}"/>
          </ac:spMkLst>
        </pc:spChg>
        <pc:spChg chg="del">
          <ac:chgData name="Nicholas De Clercq" userId="9c31a129-d0fa-4972-9ded-5cd4a28ff5d8" providerId="ADAL" clId="{4440E78D-6615-47E0-9AC6-B71C33F44C65}" dt="2025-11-05T05:59:42.463" v="1128" actId="22"/>
          <ac:spMkLst>
            <pc:docMk/>
            <pc:sldMk cId="533887787" sldId="265"/>
            <ac:spMk id="3" creationId="{8AD54FFF-09E6-FB1E-6AC5-1096BF2B1AF6}"/>
          </ac:spMkLst>
        </pc:spChg>
        <pc:spChg chg="del">
          <ac:chgData name="Nicholas De Clercq" userId="9c31a129-d0fa-4972-9ded-5cd4a28ff5d8" providerId="ADAL" clId="{4440E78D-6615-47E0-9AC6-B71C33F44C65}" dt="2025-11-05T05:59:54.154" v="1129" actId="22"/>
          <ac:spMkLst>
            <pc:docMk/>
            <pc:sldMk cId="533887787" sldId="265"/>
            <ac:spMk id="4" creationId="{91724270-DF54-AD29-8B28-93FFAE6E38DF}"/>
          </ac:spMkLst>
        </pc:spChg>
        <pc:picChg chg="add mod ord">
          <ac:chgData name="Nicholas De Clercq" userId="9c31a129-d0fa-4972-9ded-5cd4a28ff5d8" providerId="ADAL" clId="{4440E78D-6615-47E0-9AC6-B71C33F44C65}" dt="2025-11-05T05:59:42.463" v="1128" actId="22"/>
          <ac:picMkLst>
            <pc:docMk/>
            <pc:sldMk cId="533887787" sldId="265"/>
            <ac:picMk id="6" creationId="{FFB35E5E-C79A-986C-8F18-A1F7721AEAAA}"/>
          </ac:picMkLst>
        </pc:picChg>
        <pc:picChg chg="add mod ord">
          <ac:chgData name="Nicholas De Clercq" userId="9c31a129-d0fa-4972-9ded-5cd4a28ff5d8" providerId="ADAL" clId="{4440E78D-6615-47E0-9AC6-B71C33F44C65}" dt="2025-11-05T05:59:54.154" v="1129" actId="22"/>
          <ac:picMkLst>
            <pc:docMk/>
            <pc:sldMk cId="533887787" sldId="265"/>
            <ac:picMk id="8" creationId="{08115A60-DF41-DBC5-A472-3DC353361CE7}"/>
          </ac:picMkLst>
        </pc:picChg>
      </pc:sldChg>
      <pc:sldChg chg="addSp delSp modSp new mod">
        <pc:chgData name="Nicholas De Clercq" userId="9c31a129-d0fa-4972-9ded-5cd4a28ff5d8" providerId="ADAL" clId="{4440E78D-6615-47E0-9AC6-B71C33F44C65}" dt="2025-11-05T06:00:51.946" v="1151" actId="14100"/>
        <pc:sldMkLst>
          <pc:docMk/>
          <pc:sldMk cId="1877585268" sldId="266"/>
        </pc:sldMkLst>
        <pc:spChg chg="mod">
          <ac:chgData name="Nicholas De Clercq" userId="9c31a129-d0fa-4972-9ded-5cd4a28ff5d8" providerId="ADAL" clId="{4440E78D-6615-47E0-9AC6-B71C33F44C65}" dt="2025-11-05T06:00:25.278" v="1148" actId="20577"/>
          <ac:spMkLst>
            <pc:docMk/>
            <pc:sldMk cId="1877585268" sldId="266"/>
            <ac:spMk id="2" creationId="{243A9696-BF42-C1C3-52C2-B433F5324C46}"/>
          </ac:spMkLst>
        </pc:spChg>
        <pc:spChg chg="del">
          <ac:chgData name="Nicholas De Clercq" userId="9c31a129-d0fa-4972-9ded-5cd4a28ff5d8" providerId="ADAL" clId="{4440E78D-6615-47E0-9AC6-B71C33F44C65}" dt="2025-11-05T06:00:36.143" v="1149" actId="22"/>
          <ac:spMkLst>
            <pc:docMk/>
            <pc:sldMk cId="1877585268" sldId="266"/>
            <ac:spMk id="3" creationId="{A4819E01-66B5-8C03-81FF-C97C7DCB9F8D}"/>
          </ac:spMkLst>
        </pc:spChg>
        <pc:spChg chg="del">
          <ac:chgData name="Nicholas De Clercq" userId="9c31a129-d0fa-4972-9ded-5cd4a28ff5d8" providerId="ADAL" clId="{4440E78D-6615-47E0-9AC6-B71C33F44C65}" dt="2025-11-05T06:00:48.115" v="1150" actId="22"/>
          <ac:spMkLst>
            <pc:docMk/>
            <pc:sldMk cId="1877585268" sldId="266"/>
            <ac:spMk id="4" creationId="{6D1BC131-41F4-B116-1057-54A04A247390}"/>
          </ac:spMkLst>
        </pc:spChg>
        <pc:picChg chg="add mod ord">
          <ac:chgData name="Nicholas De Clercq" userId="9c31a129-d0fa-4972-9ded-5cd4a28ff5d8" providerId="ADAL" clId="{4440E78D-6615-47E0-9AC6-B71C33F44C65}" dt="2025-11-05T06:00:36.143" v="1149" actId="22"/>
          <ac:picMkLst>
            <pc:docMk/>
            <pc:sldMk cId="1877585268" sldId="266"/>
            <ac:picMk id="6" creationId="{4198C6BC-8B04-6844-A098-1EECFEA72C50}"/>
          </ac:picMkLst>
        </pc:picChg>
        <pc:picChg chg="add mod ord">
          <ac:chgData name="Nicholas De Clercq" userId="9c31a129-d0fa-4972-9ded-5cd4a28ff5d8" providerId="ADAL" clId="{4440E78D-6615-47E0-9AC6-B71C33F44C65}" dt="2025-11-05T06:00:51.946" v="1151" actId="14100"/>
          <ac:picMkLst>
            <pc:docMk/>
            <pc:sldMk cId="1877585268" sldId="266"/>
            <ac:picMk id="8" creationId="{D54FC1E3-829A-CCC4-48CD-B2A9F3434F34}"/>
          </ac:picMkLst>
        </pc:picChg>
      </pc:sldChg>
      <pc:sldChg chg="addSp delSp modSp new mod">
        <pc:chgData name="Nicholas De Clercq" userId="9c31a129-d0fa-4972-9ded-5cd4a28ff5d8" providerId="ADAL" clId="{4440E78D-6615-47E0-9AC6-B71C33F44C65}" dt="2025-11-05T06:01:43.991" v="1175" actId="22"/>
        <pc:sldMkLst>
          <pc:docMk/>
          <pc:sldMk cId="1152386245" sldId="267"/>
        </pc:sldMkLst>
        <pc:spChg chg="mod">
          <ac:chgData name="Nicholas De Clercq" userId="9c31a129-d0fa-4972-9ded-5cd4a28ff5d8" providerId="ADAL" clId="{4440E78D-6615-47E0-9AC6-B71C33F44C65}" dt="2025-11-05T06:01:27.160" v="1173" actId="20577"/>
          <ac:spMkLst>
            <pc:docMk/>
            <pc:sldMk cId="1152386245" sldId="267"/>
            <ac:spMk id="2" creationId="{2563CC05-F8D0-2D3A-79C2-CF4563ABD449}"/>
          </ac:spMkLst>
        </pc:spChg>
        <pc:spChg chg="del">
          <ac:chgData name="Nicholas De Clercq" userId="9c31a129-d0fa-4972-9ded-5cd4a28ff5d8" providerId="ADAL" clId="{4440E78D-6615-47E0-9AC6-B71C33F44C65}" dt="2025-11-05T06:01:36.304" v="1174" actId="22"/>
          <ac:spMkLst>
            <pc:docMk/>
            <pc:sldMk cId="1152386245" sldId="267"/>
            <ac:spMk id="3" creationId="{83384744-A4E2-576F-6B0C-8F78948727F0}"/>
          </ac:spMkLst>
        </pc:spChg>
        <pc:spChg chg="del">
          <ac:chgData name="Nicholas De Clercq" userId="9c31a129-d0fa-4972-9ded-5cd4a28ff5d8" providerId="ADAL" clId="{4440E78D-6615-47E0-9AC6-B71C33F44C65}" dt="2025-11-05T06:01:43.991" v="1175" actId="22"/>
          <ac:spMkLst>
            <pc:docMk/>
            <pc:sldMk cId="1152386245" sldId="267"/>
            <ac:spMk id="4" creationId="{BEFFFF94-D5E4-3E44-B558-61EE705DDE1D}"/>
          </ac:spMkLst>
        </pc:spChg>
        <pc:picChg chg="add mod ord">
          <ac:chgData name="Nicholas De Clercq" userId="9c31a129-d0fa-4972-9ded-5cd4a28ff5d8" providerId="ADAL" clId="{4440E78D-6615-47E0-9AC6-B71C33F44C65}" dt="2025-11-05T06:01:36.304" v="1174" actId="22"/>
          <ac:picMkLst>
            <pc:docMk/>
            <pc:sldMk cId="1152386245" sldId="267"/>
            <ac:picMk id="6" creationId="{8887EA35-8BA7-1922-3041-CFA6EBA93B41}"/>
          </ac:picMkLst>
        </pc:picChg>
        <pc:picChg chg="add mod ord">
          <ac:chgData name="Nicholas De Clercq" userId="9c31a129-d0fa-4972-9ded-5cd4a28ff5d8" providerId="ADAL" clId="{4440E78D-6615-47E0-9AC6-B71C33F44C65}" dt="2025-11-05T06:01:43.991" v="1175" actId="22"/>
          <ac:picMkLst>
            <pc:docMk/>
            <pc:sldMk cId="1152386245" sldId="267"/>
            <ac:picMk id="8" creationId="{D7256F1D-3122-170E-0A78-39C57A61911B}"/>
          </ac:picMkLst>
        </pc:picChg>
      </pc:sldChg>
      <pc:sldChg chg="addSp delSp modSp new mod">
        <pc:chgData name="Nicholas De Clercq" userId="9c31a129-d0fa-4972-9ded-5cd4a28ff5d8" providerId="ADAL" clId="{4440E78D-6615-47E0-9AC6-B71C33F44C65}" dt="2025-11-05T06:02:21.729" v="1198" actId="14100"/>
        <pc:sldMkLst>
          <pc:docMk/>
          <pc:sldMk cId="1951674299" sldId="268"/>
        </pc:sldMkLst>
        <pc:spChg chg="mod">
          <ac:chgData name="Nicholas De Clercq" userId="9c31a129-d0fa-4972-9ded-5cd4a28ff5d8" providerId="ADAL" clId="{4440E78D-6615-47E0-9AC6-B71C33F44C65}" dt="2025-11-05T06:01:57.759" v="1195" actId="20577"/>
          <ac:spMkLst>
            <pc:docMk/>
            <pc:sldMk cId="1951674299" sldId="268"/>
            <ac:spMk id="2" creationId="{0A181801-0B45-C30E-422D-2BB9D4A356C6}"/>
          </ac:spMkLst>
        </pc:spChg>
        <pc:spChg chg="del">
          <ac:chgData name="Nicholas De Clercq" userId="9c31a129-d0fa-4972-9ded-5cd4a28ff5d8" providerId="ADAL" clId="{4440E78D-6615-47E0-9AC6-B71C33F44C65}" dt="2025-11-05T06:02:07.996" v="1196" actId="22"/>
          <ac:spMkLst>
            <pc:docMk/>
            <pc:sldMk cId="1951674299" sldId="268"/>
            <ac:spMk id="3" creationId="{7F5990BC-8E6F-86BB-EB1F-F0D4B681F35A}"/>
          </ac:spMkLst>
        </pc:spChg>
        <pc:spChg chg="del">
          <ac:chgData name="Nicholas De Clercq" userId="9c31a129-d0fa-4972-9ded-5cd4a28ff5d8" providerId="ADAL" clId="{4440E78D-6615-47E0-9AC6-B71C33F44C65}" dt="2025-11-05T06:02:17.109" v="1197" actId="22"/>
          <ac:spMkLst>
            <pc:docMk/>
            <pc:sldMk cId="1951674299" sldId="268"/>
            <ac:spMk id="4" creationId="{29CE546F-6982-F199-BCC6-796AAD5ED53F}"/>
          </ac:spMkLst>
        </pc:spChg>
        <pc:picChg chg="add mod ord">
          <ac:chgData name="Nicholas De Clercq" userId="9c31a129-d0fa-4972-9ded-5cd4a28ff5d8" providerId="ADAL" clId="{4440E78D-6615-47E0-9AC6-B71C33F44C65}" dt="2025-11-05T06:02:07.996" v="1196" actId="22"/>
          <ac:picMkLst>
            <pc:docMk/>
            <pc:sldMk cId="1951674299" sldId="268"/>
            <ac:picMk id="6" creationId="{E5FF1AD6-36A8-492C-5DDC-F09DDA3564E5}"/>
          </ac:picMkLst>
        </pc:picChg>
        <pc:picChg chg="add mod ord">
          <ac:chgData name="Nicholas De Clercq" userId="9c31a129-d0fa-4972-9ded-5cd4a28ff5d8" providerId="ADAL" clId="{4440E78D-6615-47E0-9AC6-B71C33F44C65}" dt="2025-11-05T06:02:21.729" v="1198" actId="14100"/>
          <ac:picMkLst>
            <pc:docMk/>
            <pc:sldMk cId="1951674299" sldId="268"/>
            <ac:picMk id="8" creationId="{8547F2A7-D047-787D-0F31-7F4D7B6879A8}"/>
          </ac:picMkLst>
        </pc:picChg>
      </pc:sldChg>
      <pc:sldChg chg="modSp new mod">
        <pc:chgData name="Nicholas De Clercq" userId="9c31a129-d0fa-4972-9ded-5cd4a28ff5d8" providerId="ADAL" clId="{4440E78D-6615-47E0-9AC6-B71C33F44C65}" dt="2025-11-05T06:03:29.344" v="1248" actId="313"/>
        <pc:sldMkLst>
          <pc:docMk/>
          <pc:sldMk cId="2714545853" sldId="269"/>
        </pc:sldMkLst>
        <pc:spChg chg="mod">
          <ac:chgData name="Nicholas De Clercq" userId="9c31a129-d0fa-4972-9ded-5cd4a28ff5d8" providerId="ADAL" clId="{4440E78D-6615-47E0-9AC6-B71C33F44C65}" dt="2025-11-05T06:02:53.495" v="1244" actId="20577"/>
          <ac:spMkLst>
            <pc:docMk/>
            <pc:sldMk cId="2714545853" sldId="269"/>
            <ac:spMk id="2" creationId="{6F7F9A01-EC68-5AF0-F6CE-C2671DBD29B2}"/>
          </ac:spMkLst>
        </pc:spChg>
        <pc:spChg chg="mod">
          <ac:chgData name="Nicholas De Clercq" userId="9c31a129-d0fa-4972-9ded-5cd4a28ff5d8" providerId="ADAL" clId="{4440E78D-6615-47E0-9AC6-B71C33F44C65}" dt="2025-11-05T06:03:29.344" v="1248" actId="313"/>
          <ac:spMkLst>
            <pc:docMk/>
            <pc:sldMk cId="2714545853" sldId="269"/>
            <ac:spMk id="3" creationId="{2070EB4C-2CA4-D247-A855-C1D44D1ADDF9}"/>
          </ac:spMkLst>
        </pc:spChg>
      </pc:sldChg>
      <pc:sldChg chg="addSp delSp modSp new mod">
        <pc:chgData name="Nicholas De Clercq" userId="9c31a129-d0fa-4972-9ded-5cd4a28ff5d8" providerId="ADAL" clId="{4440E78D-6615-47E0-9AC6-B71C33F44C65}" dt="2025-11-05T06:04:42.741" v="1266" actId="22"/>
        <pc:sldMkLst>
          <pc:docMk/>
          <pc:sldMk cId="1418106113" sldId="270"/>
        </pc:sldMkLst>
        <pc:spChg chg="mod">
          <ac:chgData name="Nicholas De Clercq" userId="9c31a129-d0fa-4972-9ded-5cd4a28ff5d8" providerId="ADAL" clId="{4440E78D-6615-47E0-9AC6-B71C33F44C65}" dt="2025-11-05T06:04:10.614" v="1262" actId="20577"/>
          <ac:spMkLst>
            <pc:docMk/>
            <pc:sldMk cId="1418106113" sldId="270"/>
            <ac:spMk id="2" creationId="{FD0E37A3-AF7E-7A9E-D9AB-2AB5F6E63B63}"/>
          </ac:spMkLst>
        </pc:spChg>
        <pc:spChg chg="del">
          <ac:chgData name="Nicholas De Clercq" userId="9c31a129-d0fa-4972-9ded-5cd4a28ff5d8" providerId="ADAL" clId="{4440E78D-6615-47E0-9AC6-B71C33F44C65}" dt="2025-11-05T06:04:25.373" v="1263" actId="22"/>
          <ac:spMkLst>
            <pc:docMk/>
            <pc:sldMk cId="1418106113" sldId="270"/>
            <ac:spMk id="3" creationId="{EDBE7D23-42D6-5E8A-F171-D67D584FF3AD}"/>
          </ac:spMkLst>
        </pc:spChg>
        <pc:spChg chg="del">
          <ac:chgData name="Nicholas De Clercq" userId="9c31a129-d0fa-4972-9ded-5cd4a28ff5d8" providerId="ADAL" clId="{4440E78D-6615-47E0-9AC6-B71C33F44C65}" dt="2025-11-05T06:04:42.741" v="1266" actId="22"/>
          <ac:spMkLst>
            <pc:docMk/>
            <pc:sldMk cId="1418106113" sldId="270"/>
            <ac:spMk id="4" creationId="{62BAEE26-225D-795F-7BD5-2EDB72310C9F}"/>
          </ac:spMkLst>
        </pc:spChg>
        <pc:picChg chg="add mod ord">
          <ac:chgData name="Nicholas De Clercq" userId="9c31a129-d0fa-4972-9ded-5cd4a28ff5d8" providerId="ADAL" clId="{4440E78D-6615-47E0-9AC6-B71C33F44C65}" dt="2025-11-05T06:04:31.219" v="1265" actId="1076"/>
          <ac:picMkLst>
            <pc:docMk/>
            <pc:sldMk cId="1418106113" sldId="270"/>
            <ac:picMk id="6" creationId="{D652C2EB-23FF-7323-1A1B-A86D618EB046}"/>
          </ac:picMkLst>
        </pc:picChg>
        <pc:picChg chg="add mod ord">
          <ac:chgData name="Nicholas De Clercq" userId="9c31a129-d0fa-4972-9ded-5cd4a28ff5d8" providerId="ADAL" clId="{4440E78D-6615-47E0-9AC6-B71C33F44C65}" dt="2025-11-05T06:04:42.741" v="1266" actId="22"/>
          <ac:picMkLst>
            <pc:docMk/>
            <pc:sldMk cId="1418106113" sldId="270"/>
            <ac:picMk id="8" creationId="{F51A0411-5D2D-9956-ECB4-60B99546FDBF}"/>
          </ac:picMkLst>
        </pc:picChg>
      </pc:sldChg>
      <pc:sldChg chg="addSp delSp modSp new mod">
        <pc:chgData name="Nicholas De Clercq" userId="9c31a129-d0fa-4972-9ded-5cd4a28ff5d8" providerId="ADAL" clId="{4440E78D-6615-47E0-9AC6-B71C33F44C65}" dt="2025-11-05T06:05:17.434" v="1286" actId="22"/>
        <pc:sldMkLst>
          <pc:docMk/>
          <pc:sldMk cId="1615738864" sldId="271"/>
        </pc:sldMkLst>
        <pc:spChg chg="mod">
          <ac:chgData name="Nicholas De Clercq" userId="9c31a129-d0fa-4972-9ded-5cd4a28ff5d8" providerId="ADAL" clId="{4440E78D-6615-47E0-9AC6-B71C33F44C65}" dt="2025-11-05T06:04:58.647" v="1284" actId="20577"/>
          <ac:spMkLst>
            <pc:docMk/>
            <pc:sldMk cId="1615738864" sldId="271"/>
            <ac:spMk id="2" creationId="{F78B5930-169F-A6FE-0815-0BBE91A7CD15}"/>
          </ac:spMkLst>
        </pc:spChg>
        <pc:spChg chg="del">
          <ac:chgData name="Nicholas De Clercq" userId="9c31a129-d0fa-4972-9ded-5cd4a28ff5d8" providerId="ADAL" clId="{4440E78D-6615-47E0-9AC6-B71C33F44C65}" dt="2025-11-05T06:05:06.959" v="1285" actId="22"/>
          <ac:spMkLst>
            <pc:docMk/>
            <pc:sldMk cId="1615738864" sldId="271"/>
            <ac:spMk id="3" creationId="{36EEACDD-3D7B-C16F-C469-4481110C2638}"/>
          </ac:spMkLst>
        </pc:spChg>
        <pc:spChg chg="del">
          <ac:chgData name="Nicholas De Clercq" userId="9c31a129-d0fa-4972-9ded-5cd4a28ff5d8" providerId="ADAL" clId="{4440E78D-6615-47E0-9AC6-B71C33F44C65}" dt="2025-11-05T06:05:17.434" v="1286" actId="22"/>
          <ac:spMkLst>
            <pc:docMk/>
            <pc:sldMk cId="1615738864" sldId="271"/>
            <ac:spMk id="4" creationId="{B0FFD61B-B092-BB54-2125-26B6A4B0BD06}"/>
          </ac:spMkLst>
        </pc:spChg>
        <pc:picChg chg="add mod ord">
          <ac:chgData name="Nicholas De Clercq" userId="9c31a129-d0fa-4972-9ded-5cd4a28ff5d8" providerId="ADAL" clId="{4440E78D-6615-47E0-9AC6-B71C33F44C65}" dt="2025-11-05T06:05:06.959" v="1285" actId="22"/>
          <ac:picMkLst>
            <pc:docMk/>
            <pc:sldMk cId="1615738864" sldId="271"/>
            <ac:picMk id="6" creationId="{698B3927-15EA-AB8D-A3BC-18C15C8A7520}"/>
          </ac:picMkLst>
        </pc:picChg>
        <pc:picChg chg="add mod ord">
          <ac:chgData name="Nicholas De Clercq" userId="9c31a129-d0fa-4972-9ded-5cd4a28ff5d8" providerId="ADAL" clId="{4440E78D-6615-47E0-9AC6-B71C33F44C65}" dt="2025-11-05T06:05:17.434" v="1286" actId="22"/>
          <ac:picMkLst>
            <pc:docMk/>
            <pc:sldMk cId="1615738864" sldId="271"/>
            <ac:picMk id="8" creationId="{06422799-47D6-0A1B-5FC1-3FA221523E03}"/>
          </ac:picMkLst>
        </pc:picChg>
      </pc:sldChg>
      <pc:sldChg chg="addSp delSp modSp new mod">
        <pc:chgData name="Nicholas De Clercq" userId="9c31a129-d0fa-4972-9ded-5cd4a28ff5d8" providerId="ADAL" clId="{4440E78D-6615-47E0-9AC6-B71C33F44C65}" dt="2025-11-05T06:07:01.418" v="1305" actId="22"/>
        <pc:sldMkLst>
          <pc:docMk/>
          <pc:sldMk cId="2749788119" sldId="272"/>
        </pc:sldMkLst>
        <pc:spChg chg="mod">
          <ac:chgData name="Nicholas De Clercq" userId="9c31a129-d0fa-4972-9ded-5cd4a28ff5d8" providerId="ADAL" clId="{4440E78D-6615-47E0-9AC6-B71C33F44C65}" dt="2025-11-05T06:06:40.912" v="1303" actId="20577"/>
          <ac:spMkLst>
            <pc:docMk/>
            <pc:sldMk cId="2749788119" sldId="272"/>
            <ac:spMk id="2" creationId="{21D3B780-BFB6-DEDD-8214-E407AC709647}"/>
          </ac:spMkLst>
        </pc:spChg>
        <pc:spChg chg="del">
          <ac:chgData name="Nicholas De Clercq" userId="9c31a129-d0fa-4972-9ded-5cd4a28ff5d8" providerId="ADAL" clId="{4440E78D-6615-47E0-9AC6-B71C33F44C65}" dt="2025-11-05T06:06:52.959" v="1304" actId="22"/>
          <ac:spMkLst>
            <pc:docMk/>
            <pc:sldMk cId="2749788119" sldId="272"/>
            <ac:spMk id="3" creationId="{71F61B48-F0F4-DD98-1469-7B9EAF06DEF5}"/>
          </ac:spMkLst>
        </pc:spChg>
        <pc:spChg chg="del">
          <ac:chgData name="Nicholas De Clercq" userId="9c31a129-d0fa-4972-9ded-5cd4a28ff5d8" providerId="ADAL" clId="{4440E78D-6615-47E0-9AC6-B71C33F44C65}" dt="2025-11-05T06:07:01.418" v="1305" actId="22"/>
          <ac:spMkLst>
            <pc:docMk/>
            <pc:sldMk cId="2749788119" sldId="272"/>
            <ac:spMk id="4" creationId="{AA098A07-3769-93B5-A4DC-423692AC5302}"/>
          </ac:spMkLst>
        </pc:spChg>
        <pc:picChg chg="add mod ord">
          <ac:chgData name="Nicholas De Clercq" userId="9c31a129-d0fa-4972-9ded-5cd4a28ff5d8" providerId="ADAL" clId="{4440E78D-6615-47E0-9AC6-B71C33F44C65}" dt="2025-11-05T06:06:52.959" v="1304" actId="22"/>
          <ac:picMkLst>
            <pc:docMk/>
            <pc:sldMk cId="2749788119" sldId="272"/>
            <ac:picMk id="6" creationId="{AD804ED7-7377-360C-118F-B2A469905F06}"/>
          </ac:picMkLst>
        </pc:picChg>
        <pc:picChg chg="add mod ord">
          <ac:chgData name="Nicholas De Clercq" userId="9c31a129-d0fa-4972-9ded-5cd4a28ff5d8" providerId="ADAL" clId="{4440E78D-6615-47E0-9AC6-B71C33F44C65}" dt="2025-11-05T06:07:01.418" v="1305" actId="22"/>
          <ac:picMkLst>
            <pc:docMk/>
            <pc:sldMk cId="2749788119" sldId="272"/>
            <ac:picMk id="8" creationId="{21511862-2103-F16A-FD28-62469B70E6B6}"/>
          </ac:picMkLst>
        </pc:picChg>
      </pc:sldChg>
      <pc:sldChg chg="addSp delSp modSp new mod">
        <pc:chgData name="Nicholas De Clercq" userId="9c31a129-d0fa-4972-9ded-5cd4a28ff5d8" providerId="ADAL" clId="{4440E78D-6615-47E0-9AC6-B71C33F44C65}" dt="2025-11-05T06:07:50.505" v="1320" actId="22"/>
        <pc:sldMkLst>
          <pc:docMk/>
          <pc:sldMk cId="1775544986" sldId="273"/>
        </pc:sldMkLst>
        <pc:spChg chg="mod">
          <ac:chgData name="Nicholas De Clercq" userId="9c31a129-d0fa-4972-9ded-5cd4a28ff5d8" providerId="ADAL" clId="{4440E78D-6615-47E0-9AC6-B71C33F44C65}" dt="2025-11-05T06:07:32.922" v="1318" actId="20577"/>
          <ac:spMkLst>
            <pc:docMk/>
            <pc:sldMk cId="1775544986" sldId="273"/>
            <ac:spMk id="2" creationId="{21E4C19E-2C57-3861-1F17-BD9B35E2C508}"/>
          </ac:spMkLst>
        </pc:spChg>
        <pc:spChg chg="del">
          <ac:chgData name="Nicholas De Clercq" userId="9c31a129-d0fa-4972-9ded-5cd4a28ff5d8" providerId="ADAL" clId="{4440E78D-6615-47E0-9AC6-B71C33F44C65}" dt="2025-11-05T06:07:41.297" v="1319" actId="22"/>
          <ac:spMkLst>
            <pc:docMk/>
            <pc:sldMk cId="1775544986" sldId="273"/>
            <ac:spMk id="3" creationId="{38BFD532-B59D-1CBF-A984-00D2C4D0F498}"/>
          </ac:spMkLst>
        </pc:spChg>
        <pc:spChg chg="del">
          <ac:chgData name="Nicholas De Clercq" userId="9c31a129-d0fa-4972-9ded-5cd4a28ff5d8" providerId="ADAL" clId="{4440E78D-6615-47E0-9AC6-B71C33F44C65}" dt="2025-11-05T06:07:50.505" v="1320" actId="22"/>
          <ac:spMkLst>
            <pc:docMk/>
            <pc:sldMk cId="1775544986" sldId="273"/>
            <ac:spMk id="4" creationId="{B31DE22E-D584-54B5-41F6-A696179D4E33}"/>
          </ac:spMkLst>
        </pc:spChg>
        <pc:picChg chg="add mod ord">
          <ac:chgData name="Nicholas De Clercq" userId="9c31a129-d0fa-4972-9ded-5cd4a28ff5d8" providerId="ADAL" clId="{4440E78D-6615-47E0-9AC6-B71C33F44C65}" dt="2025-11-05T06:07:41.297" v="1319" actId="22"/>
          <ac:picMkLst>
            <pc:docMk/>
            <pc:sldMk cId="1775544986" sldId="273"/>
            <ac:picMk id="6" creationId="{A775A8FB-E546-4816-E052-227ABDE8444A}"/>
          </ac:picMkLst>
        </pc:picChg>
        <pc:picChg chg="add mod ord">
          <ac:chgData name="Nicholas De Clercq" userId="9c31a129-d0fa-4972-9ded-5cd4a28ff5d8" providerId="ADAL" clId="{4440E78D-6615-47E0-9AC6-B71C33F44C65}" dt="2025-11-05T06:07:50.505" v="1320" actId="22"/>
          <ac:picMkLst>
            <pc:docMk/>
            <pc:sldMk cId="1775544986" sldId="273"/>
            <ac:picMk id="8" creationId="{D6BC9E68-1067-A6D3-48EF-B957789BBE01}"/>
          </ac:picMkLst>
        </pc:picChg>
      </pc:sldChg>
      <pc:sldChg chg="addSp delSp modSp new mod">
        <pc:chgData name="Nicholas De Clercq" userId="9c31a129-d0fa-4972-9ded-5cd4a28ff5d8" providerId="ADAL" clId="{4440E78D-6615-47E0-9AC6-B71C33F44C65}" dt="2025-11-05T06:09:02.425" v="1329" actId="1076"/>
        <pc:sldMkLst>
          <pc:docMk/>
          <pc:sldMk cId="473029113" sldId="274"/>
        </pc:sldMkLst>
        <pc:spChg chg="del">
          <ac:chgData name="Nicholas De Clercq" userId="9c31a129-d0fa-4972-9ded-5cd4a28ff5d8" providerId="ADAL" clId="{4440E78D-6615-47E0-9AC6-B71C33F44C65}" dt="2025-11-05T06:08:12.885" v="1323" actId="478"/>
          <ac:spMkLst>
            <pc:docMk/>
            <pc:sldMk cId="473029113" sldId="274"/>
            <ac:spMk id="2" creationId="{6192C442-D20E-3E0E-56F9-94A6DB4381D7}"/>
          </ac:spMkLst>
        </pc:spChg>
        <pc:spChg chg="del">
          <ac:chgData name="Nicholas De Clercq" userId="9c31a129-d0fa-4972-9ded-5cd4a28ff5d8" providerId="ADAL" clId="{4440E78D-6615-47E0-9AC6-B71C33F44C65}" dt="2025-11-05T06:08:09.939" v="1322" actId="22"/>
          <ac:spMkLst>
            <pc:docMk/>
            <pc:sldMk cId="473029113" sldId="274"/>
            <ac:spMk id="3" creationId="{483C96A3-F3A9-105C-FEAE-F06383F7445E}"/>
          </ac:spMkLst>
        </pc:spChg>
        <pc:spChg chg="mod">
          <ac:chgData name="Nicholas De Clercq" userId="9c31a129-d0fa-4972-9ded-5cd4a28ff5d8" providerId="ADAL" clId="{4440E78D-6615-47E0-9AC6-B71C33F44C65}" dt="2025-11-05T06:09:02.425" v="1329" actId="1076"/>
          <ac:spMkLst>
            <pc:docMk/>
            <pc:sldMk cId="473029113" sldId="274"/>
            <ac:spMk id="4" creationId="{C75367EB-DF04-99FE-B9F3-6730A489023A}"/>
          </ac:spMkLst>
        </pc:spChg>
        <pc:picChg chg="add mod ord">
          <ac:chgData name="Nicholas De Clercq" userId="9c31a129-d0fa-4972-9ded-5cd4a28ff5d8" providerId="ADAL" clId="{4440E78D-6615-47E0-9AC6-B71C33F44C65}" dt="2025-11-05T06:08:09.939" v="1322" actId="22"/>
          <ac:picMkLst>
            <pc:docMk/>
            <pc:sldMk cId="473029113" sldId="274"/>
            <ac:picMk id="6" creationId="{15E4A0E2-90C6-D7EE-A3C7-6C20177908D3}"/>
          </ac:picMkLst>
        </pc:picChg>
      </pc:sldChg>
      <pc:sldChg chg="modSp new mod">
        <pc:chgData name="Nicholas De Clercq" userId="9c31a129-d0fa-4972-9ded-5cd4a28ff5d8" providerId="ADAL" clId="{4440E78D-6615-47E0-9AC6-B71C33F44C65}" dt="2025-11-05T06:09:22.395" v="1346"/>
        <pc:sldMkLst>
          <pc:docMk/>
          <pc:sldMk cId="553981541" sldId="275"/>
        </pc:sldMkLst>
        <pc:spChg chg="mod">
          <ac:chgData name="Nicholas De Clercq" userId="9c31a129-d0fa-4972-9ded-5cd4a28ff5d8" providerId="ADAL" clId="{4440E78D-6615-47E0-9AC6-B71C33F44C65}" dt="2025-11-05T06:09:15.060" v="1345" actId="20577"/>
          <ac:spMkLst>
            <pc:docMk/>
            <pc:sldMk cId="553981541" sldId="275"/>
            <ac:spMk id="2" creationId="{2DE00117-83DA-8129-065E-3D53C7BF71A7}"/>
          </ac:spMkLst>
        </pc:spChg>
        <pc:spChg chg="mod">
          <ac:chgData name="Nicholas De Clercq" userId="9c31a129-d0fa-4972-9ded-5cd4a28ff5d8" providerId="ADAL" clId="{4440E78D-6615-47E0-9AC6-B71C33F44C65}" dt="2025-11-05T06:09:22.395" v="1346"/>
          <ac:spMkLst>
            <pc:docMk/>
            <pc:sldMk cId="553981541" sldId="275"/>
            <ac:spMk id="3" creationId="{22780387-9B23-3A49-D8AB-9E3BD83F6167}"/>
          </ac:spMkLst>
        </pc:spChg>
      </pc:sldChg>
      <pc:sldChg chg="addSp modSp new mod setBg addAnim">
        <pc:chgData name="Nicholas De Clercq" userId="9c31a129-d0fa-4972-9ded-5cd4a28ff5d8" providerId="ADAL" clId="{4440E78D-6615-47E0-9AC6-B71C33F44C65}" dt="2025-11-05T06:09:45.129" v="1364"/>
        <pc:sldMkLst>
          <pc:docMk/>
          <pc:sldMk cId="2777434147" sldId="276"/>
        </pc:sldMkLst>
        <pc:spChg chg="mod">
          <ac:chgData name="Nicholas De Clercq" userId="9c31a129-d0fa-4972-9ded-5cd4a28ff5d8" providerId="ADAL" clId="{4440E78D-6615-47E0-9AC6-B71C33F44C65}" dt="2025-11-05T06:09:45.129" v="1362" actId="26606"/>
          <ac:spMkLst>
            <pc:docMk/>
            <pc:sldMk cId="2777434147" sldId="276"/>
            <ac:spMk id="2" creationId="{063D900A-2D9F-A800-4E62-D555FF515BEE}"/>
          </ac:spMkLst>
        </pc:spChg>
        <pc:spChg chg="add">
          <ac:chgData name="Nicholas De Clercq" userId="9c31a129-d0fa-4972-9ded-5cd4a28ff5d8" providerId="ADAL" clId="{4440E78D-6615-47E0-9AC6-B71C33F44C65}" dt="2025-11-05T06:09:45.129" v="1362" actId="26606"/>
          <ac:spMkLst>
            <pc:docMk/>
            <pc:sldMk cId="2777434147" sldId="276"/>
            <ac:spMk id="9" creationId="{4E4490D0-3672-446A-AC12-B4830333BDDD}"/>
          </ac:spMkLst>
        </pc:spChg>
        <pc:spChg chg="add">
          <ac:chgData name="Nicholas De Clercq" userId="9c31a129-d0fa-4972-9ded-5cd4a28ff5d8" providerId="ADAL" clId="{4440E78D-6615-47E0-9AC6-B71C33F44C65}" dt="2025-11-05T06:09:45.129" v="1362" actId="26606"/>
          <ac:spMkLst>
            <pc:docMk/>
            <pc:sldMk cId="2777434147" sldId="276"/>
            <ac:spMk id="11" creationId="{39CB82C2-DF65-4EC1-8280-F201D50F570B}"/>
          </ac:spMkLst>
        </pc:spChg>
        <pc:spChg chg="add">
          <ac:chgData name="Nicholas De Clercq" userId="9c31a129-d0fa-4972-9ded-5cd4a28ff5d8" providerId="ADAL" clId="{4440E78D-6615-47E0-9AC6-B71C33F44C65}" dt="2025-11-05T06:09:45.129" v="1362" actId="26606"/>
          <ac:spMkLst>
            <pc:docMk/>
            <pc:sldMk cId="2777434147" sldId="276"/>
            <ac:spMk id="15" creationId="{FA4CD5CB-D209-4D70-8CA4-629731C59219}"/>
          </ac:spMkLst>
        </pc:spChg>
        <pc:spChg chg="add">
          <ac:chgData name="Nicholas De Clercq" userId="9c31a129-d0fa-4972-9ded-5cd4a28ff5d8" providerId="ADAL" clId="{4440E78D-6615-47E0-9AC6-B71C33F44C65}" dt="2025-11-05T06:09:45.129" v="1362" actId="26606"/>
          <ac:spMkLst>
            <pc:docMk/>
            <pc:sldMk cId="2777434147" sldId="276"/>
            <ac:spMk id="19" creationId="{B4C27B90-DF2B-4D00-BA07-18ED774CD2F1}"/>
          </ac:spMkLst>
        </pc:spChg>
        <pc:spChg chg="add">
          <ac:chgData name="Nicholas De Clercq" userId="9c31a129-d0fa-4972-9ded-5cd4a28ff5d8" providerId="ADAL" clId="{4440E78D-6615-47E0-9AC6-B71C33F44C65}" dt="2025-11-05T06:09:45.129" v="1362" actId="26606"/>
          <ac:spMkLst>
            <pc:docMk/>
            <pc:sldMk cId="2777434147" sldId="276"/>
            <ac:spMk id="21" creationId="{593ACC25-C262-417A-8AA9-0641C772BDB6}"/>
          </ac:spMkLst>
        </pc:spChg>
        <pc:picChg chg="add">
          <ac:chgData name="Nicholas De Clercq" userId="9c31a129-d0fa-4972-9ded-5cd4a28ff5d8" providerId="ADAL" clId="{4440E78D-6615-47E0-9AC6-B71C33F44C65}" dt="2025-11-05T06:09:45.129" v="1362" actId="26606"/>
          <ac:picMkLst>
            <pc:docMk/>
            <pc:sldMk cId="2777434147" sldId="276"/>
            <ac:picMk id="6" creationId="{1D33A46C-E739-EBA4-D912-8140B7BE6515}"/>
          </ac:picMkLst>
        </pc:picChg>
        <pc:cxnChg chg="add">
          <ac:chgData name="Nicholas De Clercq" userId="9c31a129-d0fa-4972-9ded-5cd4a28ff5d8" providerId="ADAL" clId="{4440E78D-6615-47E0-9AC6-B71C33F44C65}" dt="2025-11-05T06:09:45.129" v="1362" actId="26606"/>
          <ac:cxnSpMkLst>
            <pc:docMk/>
            <pc:sldMk cId="2777434147" sldId="276"/>
            <ac:cxnSpMk id="13" creationId="{7E1D4427-852B-4B37-8E76-0E9F1810BA2A}"/>
          </ac:cxnSpMkLst>
        </pc:cxnChg>
        <pc:cxnChg chg="add">
          <ac:chgData name="Nicholas De Clercq" userId="9c31a129-d0fa-4972-9ded-5cd4a28ff5d8" providerId="ADAL" clId="{4440E78D-6615-47E0-9AC6-B71C33F44C65}" dt="2025-11-05T06:09:45.129" v="1362" actId="26606"/>
          <ac:cxnSpMkLst>
            <pc:docMk/>
            <pc:sldMk cId="2777434147" sldId="276"/>
            <ac:cxnSpMk id="17" creationId="{5C6A2BAE-B461-4B55-8E1F-0722ABDD1393}"/>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AC6D3C-8276-49DF-B0C4-D3423B2F10E9}" type="datetimeFigureOut">
              <a:rPr lang="en-ZA" smtClean="0"/>
              <a:t>2025/11/05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49A8B07-2BC1-40EF-838E-C9772B4C1B10}" type="slidenum">
              <a:rPr lang="en-ZA" smtClean="0"/>
              <a:t>‹#›</a:t>
            </a:fld>
            <a:endParaRPr lang="en-ZA"/>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7424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AC6D3C-8276-49DF-B0C4-D3423B2F10E9}" type="datetimeFigureOut">
              <a:rPr lang="en-ZA" smtClean="0"/>
              <a:t>2025/11/05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49A8B07-2BC1-40EF-838E-C9772B4C1B10}" type="slidenum">
              <a:rPr lang="en-ZA" smtClean="0"/>
              <a:t>‹#›</a:t>
            </a:fld>
            <a:endParaRPr lang="en-ZA"/>
          </a:p>
        </p:txBody>
      </p:sp>
    </p:spTree>
    <p:extLst>
      <p:ext uri="{BB962C8B-B14F-4D97-AF65-F5344CB8AC3E}">
        <p14:creationId xmlns:p14="http://schemas.microsoft.com/office/powerpoint/2010/main" val="336500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AC6D3C-8276-49DF-B0C4-D3423B2F10E9}" type="datetimeFigureOut">
              <a:rPr lang="en-ZA" smtClean="0"/>
              <a:t>2025/11/05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49A8B07-2BC1-40EF-838E-C9772B4C1B10}" type="slidenum">
              <a:rPr lang="en-ZA" smtClean="0"/>
              <a:t>‹#›</a:t>
            </a:fld>
            <a:endParaRPr lang="en-ZA"/>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4568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FAC6D3C-8276-49DF-B0C4-D3423B2F10E9}" type="datetimeFigureOut">
              <a:rPr lang="en-ZA" smtClean="0"/>
              <a:t>2025/11/05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B49A8B07-2BC1-40EF-838E-C9772B4C1B10}" type="slidenum">
              <a:rPr lang="en-ZA" smtClean="0"/>
              <a:t>‹#›</a:t>
            </a:fld>
            <a:endParaRPr lang="en-ZA"/>
          </a:p>
        </p:txBody>
      </p:sp>
    </p:spTree>
    <p:extLst>
      <p:ext uri="{BB962C8B-B14F-4D97-AF65-F5344CB8AC3E}">
        <p14:creationId xmlns:p14="http://schemas.microsoft.com/office/powerpoint/2010/main" val="239541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AC6D3C-8276-49DF-B0C4-D3423B2F10E9}" type="datetimeFigureOut">
              <a:rPr lang="en-ZA" smtClean="0"/>
              <a:t>2025/11/05</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B49A8B07-2BC1-40EF-838E-C9772B4C1B10}" type="slidenum">
              <a:rPr lang="en-ZA" smtClean="0"/>
              <a:t>‹#›</a:t>
            </a:fld>
            <a:endParaRPr lang="en-ZA"/>
          </a:p>
        </p:txBody>
      </p:sp>
    </p:spTree>
    <p:extLst>
      <p:ext uri="{BB962C8B-B14F-4D97-AF65-F5344CB8AC3E}">
        <p14:creationId xmlns:p14="http://schemas.microsoft.com/office/powerpoint/2010/main" val="3657412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AC6D3C-8276-49DF-B0C4-D3423B2F10E9}" type="datetimeFigureOut">
              <a:rPr lang="en-ZA" smtClean="0"/>
              <a:t>2025/11/05</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B49A8B07-2BC1-40EF-838E-C9772B4C1B10}" type="slidenum">
              <a:rPr lang="en-ZA" smtClean="0"/>
              <a:t>‹#›</a:t>
            </a:fld>
            <a:endParaRPr lang="en-ZA"/>
          </a:p>
        </p:txBody>
      </p:sp>
    </p:spTree>
    <p:extLst>
      <p:ext uri="{BB962C8B-B14F-4D97-AF65-F5344CB8AC3E}">
        <p14:creationId xmlns:p14="http://schemas.microsoft.com/office/powerpoint/2010/main" val="2921736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FAC6D3C-8276-49DF-B0C4-D3423B2F10E9}" type="datetimeFigureOut">
              <a:rPr lang="en-ZA" smtClean="0"/>
              <a:t>2025/11/05</a:t>
            </a:fld>
            <a:endParaRPr lang="en-ZA"/>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ZA"/>
          </a:p>
        </p:txBody>
      </p:sp>
      <p:sp>
        <p:nvSpPr>
          <p:cNvPr id="9" name="Slide Number Placeholder 8"/>
          <p:cNvSpPr>
            <a:spLocks noGrp="1"/>
          </p:cNvSpPr>
          <p:nvPr>
            <p:ph type="sldNum" sz="quarter" idx="12"/>
          </p:nvPr>
        </p:nvSpPr>
        <p:spPr/>
        <p:txBody>
          <a:bodyPr/>
          <a:lstStyle/>
          <a:p>
            <a:fld id="{B49A8B07-2BC1-40EF-838E-C9772B4C1B10}" type="slidenum">
              <a:rPr lang="en-ZA" smtClean="0"/>
              <a:t>‹#›</a:t>
            </a:fld>
            <a:endParaRPr lang="en-ZA"/>
          </a:p>
        </p:txBody>
      </p:sp>
    </p:spTree>
    <p:extLst>
      <p:ext uri="{BB962C8B-B14F-4D97-AF65-F5344CB8AC3E}">
        <p14:creationId xmlns:p14="http://schemas.microsoft.com/office/powerpoint/2010/main" val="2354622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FAC6D3C-8276-49DF-B0C4-D3423B2F10E9}" type="datetimeFigureOut">
              <a:rPr lang="en-ZA" smtClean="0"/>
              <a:t>2025/11/05</a:t>
            </a:fld>
            <a:endParaRPr lang="en-ZA"/>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ZA"/>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49A8B07-2BC1-40EF-838E-C9772B4C1B10}" type="slidenum">
              <a:rPr lang="en-ZA" smtClean="0"/>
              <a:t>‹#›</a:t>
            </a:fld>
            <a:endParaRPr lang="en-ZA"/>
          </a:p>
        </p:txBody>
      </p:sp>
    </p:spTree>
    <p:extLst>
      <p:ext uri="{BB962C8B-B14F-4D97-AF65-F5344CB8AC3E}">
        <p14:creationId xmlns:p14="http://schemas.microsoft.com/office/powerpoint/2010/main" val="3073007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AC6D3C-8276-49DF-B0C4-D3423B2F10E9}" type="datetimeFigureOut">
              <a:rPr lang="en-ZA" smtClean="0"/>
              <a:t>2025/11/05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B49A8B07-2BC1-40EF-838E-C9772B4C1B10}" type="slidenum">
              <a:rPr lang="en-ZA" smtClean="0"/>
              <a:t>‹#›</a:t>
            </a:fld>
            <a:endParaRPr lang="en-ZA"/>
          </a:p>
        </p:txBody>
      </p:sp>
    </p:spTree>
    <p:extLst>
      <p:ext uri="{BB962C8B-B14F-4D97-AF65-F5344CB8AC3E}">
        <p14:creationId xmlns:p14="http://schemas.microsoft.com/office/powerpoint/2010/main" val="3387929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AC6D3C-8276-49DF-B0C4-D3423B2F10E9}" type="datetimeFigureOut">
              <a:rPr lang="en-ZA" smtClean="0"/>
              <a:t>2025/11/05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49A8B07-2BC1-40EF-838E-C9772B4C1B10}" type="slidenum">
              <a:rPr lang="en-ZA" smtClean="0"/>
              <a:t>‹#›</a:t>
            </a:fld>
            <a:endParaRPr lang="en-ZA"/>
          </a:p>
        </p:txBody>
      </p:sp>
    </p:spTree>
    <p:extLst>
      <p:ext uri="{BB962C8B-B14F-4D97-AF65-F5344CB8AC3E}">
        <p14:creationId xmlns:p14="http://schemas.microsoft.com/office/powerpoint/2010/main" val="2057879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AC6D3C-8276-49DF-B0C4-D3423B2F10E9}" type="datetimeFigureOut">
              <a:rPr lang="en-ZA" smtClean="0"/>
              <a:t>2025/11/05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49A8B07-2BC1-40EF-838E-C9772B4C1B10}" type="slidenum">
              <a:rPr lang="en-ZA" smtClean="0"/>
              <a:t>‹#›</a:t>
            </a:fld>
            <a:endParaRPr lang="en-ZA"/>
          </a:p>
        </p:txBody>
      </p:sp>
    </p:spTree>
    <p:extLst>
      <p:ext uri="{BB962C8B-B14F-4D97-AF65-F5344CB8AC3E}">
        <p14:creationId xmlns:p14="http://schemas.microsoft.com/office/powerpoint/2010/main" val="3463164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FAC6D3C-8276-49DF-B0C4-D3423B2F10E9}" type="datetimeFigureOut">
              <a:rPr lang="en-ZA" smtClean="0"/>
              <a:t>2025/11/05</a:t>
            </a:fld>
            <a:endParaRPr lang="en-ZA"/>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ZA"/>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49A8B07-2BC1-40EF-838E-C9772B4C1B10}" type="slidenum">
              <a:rPr lang="en-ZA" smtClean="0"/>
              <a:t>‹#›</a:t>
            </a:fld>
            <a:endParaRPr lang="en-ZA"/>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569917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707B0-23C3-678F-F50A-E4342DDD6637}"/>
              </a:ext>
            </a:extLst>
          </p:cNvPr>
          <p:cNvSpPr>
            <a:spLocks noGrp="1"/>
          </p:cNvSpPr>
          <p:nvPr>
            <p:ph type="ctrTitle"/>
          </p:nvPr>
        </p:nvSpPr>
        <p:spPr/>
        <p:txBody>
          <a:bodyPr/>
          <a:lstStyle/>
          <a:p>
            <a:r>
              <a:rPr lang="en-ZA" dirty="0"/>
              <a:t>Portfolio Case Study</a:t>
            </a:r>
          </a:p>
        </p:txBody>
      </p:sp>
      <p:sp>
        <p:nvSpPr>
          <p:cNvPr id="3" name="Subtitle 2">
            <a:extLst>
              <a:ext uri="{FF2B5EF4-FFF2-40B4-BE49-F238E27FC236}">
                <a16:creationId xmlns:a16="http://schemas.microsoft.com/office/drawing/2014/main" id="{0EBCF3B8-2649-CAB3-5291-60C3B7FD76B7}"/>
              </a:ext>
            </a:extLst>
          </p:cNvPr>
          <p:cNvSpPr>
            <a:spLocks noGrp="1"/>
          </p:cNvSpPr>
          <p:nvPr>
            <p:ph type="subTitle" idx="1"/>
          </p:nvPr>
        </p:nvSpPr>
        <p:spPr/>
        <p:txBody>
          <a:bodyPr/>
          <a:lstStyle/>
          <a:p>
            <a:r>
              <a:rPr lang="en-ZA" dirty="0"/>
              <a:t>Nicholas de clercq</a:t>
            </a:r>
          </a:p>
        </p:txBody>
      </p:sp>
    </p:spTree>
    <p:extLst>
      <p:ext uri="{BB962C8B-B14F-4D97-AF65-F5344CB8AC3E}">
        <p14:creationId xmlns:p14="http://schemas.microsoft.com/office/powerpoint/2010/main" val="389394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3A6D0-BBE8-E3A0-CFCD-D4D3FA2CFD63}"/>
              </a:ext>
            </a:extLst>
          </p:cNvPr>
          <p:cNvSpPr>
            <a:spLocks noGrp="1"/>
          </p:cNvSpPr>
          <p:nvPr>
            <p:ph type="title"/>
          </p:nvPr>
        </p:nvSpPr>
        <p:spPr/>
        <p:txBody>
          <a:bodyPr/>
          <a:lstStyle/>
          <a:p>
            <a:r>
              <a:rPr lang="en-ZA" dirty="0"/>
              <a:t>Contents</a:t>
            </a:r>
          </a:p>
        </p:txBody>
      </p:sp>
      <p:sp>
        <p:nvSpPr>
          <p:cNvPr id="3" name="Content Placeholder 2">
            <a:extLst>
              <a:ext uri="{FF2B5EF4-FFF2-40B4-BE49-F238E27FC236}">
                <a16:creationId xmlns:a16="http://schemas.microsoft.com/office/drawing/2014/main" id="{B4F3A8BE-0999-DF73-11EA-ED7341679DF5}"/>
              </a:ext>
            </a:extLst>
          </p:cNvPr>
          <p:cNvSpPr>
            <a:spLocks noGrp="1"/>
          </p:cNvSpPr>
          <p:nvPr>
            <p:ph idx="1"/>
          </p:nvPr>
        </p:nvSpPr>
        <p:spPr/>
        <p:txBody>
          <a:bodyPr/>
          <a:lstStyle/>
          <a:p>
            <a:pPr marL="457200" indent="-457200">
              <a:buFont typeface="+mj-lt"/>
              <a:buAutoNum type="arabicPeriod"/>
            </a:pPr>
            <a:r>
              <a:rPr lang="en-ZA" dirty="0"/>
              <a:t>Problem outline</a:t>
            </a:r>
          </a:p>
          <a:p>
            <a:pPr marL="457200" indent="-457200">
              <a:buFont typeface="+mj-lt"/>
              <a:buAutoNum type="arabicPeriod"/>
            </a:pPr>
            <a:r>
              <a:rPr lang="en-ZA" dirty="0"/>
              <a:t>Current portfolio Characteristics</a:t>
            </a:r>
          </a:p>
          <a:p>
            <a:pPr marL="457200" indent="-457200">
              <a:buFont typeface="+mj-lt"/>
              <a:buAutoNum type="arabicPeriod"/>
            </a:pPr>
            <a:r>
              <a:rPr lang="en-ZA" dirty="0"/>
              <a:t>Return analysis</a:t>
            </a:r>
          </a:p>
          <a:p>
            <a:pPr marL="457200" indent="-457200">
              <a:buFont typeface="+mj-lt"/>
              <a:buAutoNum type="arabicPeriod"/>
            </a:pPr>
            <a:r>
              <a:rPr lang="en-ZA" dirty="0"/>
              <a:t>Risk analysis</a:t>
            </a:r>
          </a:p>
          <a:p>
            <a:pPr marL="457200" indent="-457200">
              <a:buFont typeface="+mj-lt"/>
              <a:buAutoNum type="arabicPeriod"/>
            </a:pPr>
            <a:r>
              <a:rPr lang="en-ZA" dirty="0"/>
              <a:t>ESG analysis</a:t>
            </a:r>
          </a:p>
          <a:p>
            <a:pPr marL="457200" indent="-457200">
              <a:buFont typeface="+mj-lt"/>
              <a:buAutoNum type="arabicPeriod"/>
            </a:pPr>
            <a:r>
              <a:rPr lang="en-ZA" dirty="0"/>
              <a:t>Concluding remarks</a:t>
            </a:r>
          </a:p>
        </p:txBody>
      </p:sp>
    </p:spTree>
    <p:extLst>
      <p:ext uri="{BB962C8B-B14F-4D97-AF65-F5344CB8AC3E}">
        <p14:creationId xmlns:p14="http://schemas.microsoft.com/office/powerpoint/2010/main" val="4065191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2A72-F8D3-ADDD-8EC2-5E6B17C1F614}"/>
              </a:ext>
            </a:extLst>
          </p:cNvPr>
          <p:cNvSpPr>
            <a:spLocks noGrp="1"/>
          </p:cNvSpPr>
          <p:nvPr>
            <p:ph type="title"/>
          </p:nvPr>
        </p:nvSpPr>
        <p:spPr/>
        <p:txBody>
          <a:bodyPr/>
          <a:lstStyle/>
          <a:p>
            <a:r>
              <a:rPr lang="en-ZA" dirty="0"/>
              <a:t>Problem outline</a:t>
            </a:r>
          </a:p>
        </p:txBody>
      </p:sp>
      <p:sp>
        <p:nvSpPr>
          <p:cNvPr id="3" name="Content Placeholder 2">
            <a:extLst>
              <a:ext uri="{FF2B5EF4-FFF2-40B4-BE49-F238E27FC236}">
                <a16:creationId xmlns:a16="http://schemas.microsoft.com/office/drawing/2014/main" id="{51033F33-6E53-8D90-6C9D-3815CBD682BF}"/>
              </a:ext>
            </a:extLst>
          </p:cNvPr>
          <p:cNvSpPr>
            <a:spLocks noGrp="1"/>
          </p:cNvSpPr>
          <p:nvPr>
            <p:ph idx="1"/>
          </p:nvPr>
        </p:nvSpPr>
        <p:spPr/>
        <p:txBody>
          <a:bodyPr>
            <a:normAutofit/>
          </a:bodyPr>
          <a:lstStyle/>
          <a:p>
            <a:r>
              <a:rPr lang="en-ZA" sz="2400" dirty="0"/>
              <a:t>This project explore the characteristics, risk dynamics and ESG profile of an equity portfolio provided. All analytics are performed in python with results designed to demonstrate both technical proficiency and interpretive insight.</a:t>
            </a:r>
          </a:p>
        </p:txBody>
      </p:sp>
    </p:spTree>
    <p:extLst>
      <p:ext uri="{BB962C8B-B14F-4D97-AF65-F5344CB8AC3E}">
        <p14:creationId xmlns:p14="http://schemas.microsoft.com/office/powerpoint/2010/main" val="1628709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A5681-4A00-8D4B-D22A-C2E89FB1A522}"/>
              </a:ext>
            </a:extLst>
          </p:cNvPr>
          <p:cNvSpPr>
            <a:spLocks noGrp="1"/>
          </p:cNvSpPr>
          <p:nvPr>
            <p:ph type="title"/>
          </p:nvPr>
        </p:nvSpPr>
        <p:spPr/>
        <p:txBody>
          <a:bodyPr/>
          <a:lstStyle/>
          <a:p>
            <a:r>
              <a:rPr lang="en-ZA" dirty="0"/>
              <a:t>Current Portfolio Characteristics </a:t>
            </a:r>
          </a:p>
        </p:txBody>
      </p:sp>
      <p:pic>
        <p:nvPicPr>
          <p:cNvPr id="6" name="Content Placeholder 5">
            <a:extLst>
              <a:ext uri="{FF2B5EF4-FFF2-40B4-BE49-F238E27FC236}">
                <a16:creationId xmlns:a16="http://schemas.microsoft.com/office/drawing/2014/main" id="{6F8573BF-AC07-D49E-A34C-D5F3DF60295F}"/>
              </a:ext>
            </a:extLst>
          </p:cNvPr>
          <p:cNvPicPr>
            <a:picLocks noGrp="1" noChangeAspect="1"/>
          </p:cNvPicPr>
          <p:nvPr>
            <p:ph sz="half" idx="1"/>
          </p:nvPr>
        </p:nvPicPr>
        <p:blipFill>
          <a:blip r:embed="rId2"/>
          <a:stretch>
            <a:fillRect/>
          </a:stretch>
        </p:blipFill>
        <p:spPr>
          <a:xfrm>
            <a:off x="251277" y="2042665"/>
            <a:ext cx="6019085" cy="2868425"/>
          </a:xfrm>
          <a:prstGeom prst="rect">
            <a:avLst/>
          </a:prstGeom>
        </p:spPr>
      </p:pic>
      <p:pic>
        <p:nvPicPr>
          <p:cNvPr id="8" name="Content Placeholder 7">
            <a:extLst>
              <a:ext uri="{FF2B5EF4-FFF2-40B4-BE49-F238E27FC236}">
                <a16:creationId xmlns:a16="http://schemas.microsoft.com/office/drawing/2014/main" id="{62A885B9-5B42-1414-EB8B-AFB58F5AF1A7}"/>
              </a:ext>
            </a:extLst>
          </p:cNvPr>
          <p:cNvPicPr>
            <a:picLocks noGrp="1" noChangeAspect="1"/>
          </p:cNvPicPr>
          <p:nvPr>
            <p:ph sz="half" idx="2"/>
          </p:nvPr>
        </p:nvPicPr>
        <p:blipFill>
          <a:blip r:embed="rId3"/>
          <a:stretch>
            <a:fillRect/>
          </a:stretch>
        </p:blipFill>
        <p:spPr>
          <a:xfrm>
            <a:off x="6270362" y="2042664"/>
            <a:ext cx="5504418" cy="2868425"/>
          </a:xfrm>
          <a:prstGeom prst="rect">
            <a:avLst/>
          </a:prstGeom>
        </p:spPr>
      </p:pic>
    </p:spTree>
    <p:extLst>
      <p:ext uri="{BB962C8B-B14F-4D97-AF65-F5344CB8AC3E}">
        <p14:creationId xmlns:p14="http://schemas.microsoft.com/office/powerpoint/2010/main" val="13241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13" name="Rectangle 12">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15" name="Straight Connector 14">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4" name="Content Placeholder 3">
            <a:extLst>
              <a:ext uri="{FF2B5EF4-FFF2-40B4-BE49-F238E27FC236}">
                <a16:creationId xmlns:a16="http://schemas.microsoft.com/office/drawing/2014/main" id="{8B96F322-4750-4617-6798-4DBC2A96A0A2}"/>
              </a:ext>
            </a:extLst>
          </p:cNvPr>
          <p:cNvSpPr>
            <a:spLocks noGrp="1"/>
          </p:cNvSpPr>
          <p:nvPr>
            <p:ph sz="half" idx="2"/>
          </p:nvPr>
        </p:nvSpPr>
        <p:spPr>
          <a:xfrm>
            <a:off x="492371" y="2653800"/>
            <a:ext cx="3084844" cy="3335519"/>
          </a:xfrm>
        </p:spPr>
        <p:txBody>
          <a:bodyPr vert="horz" lIns="0" tIns="45720" rIns="0" bIns="45720" rtlCol="0">
            <a:normAutofit/>
          </a:bodyPr>
          <a:lstStyle/>
          <a:p>
            <a:r>
              <a:rPr lang="en-US" sz="1500" dirty="0">
                <a:solidFill>
                  <a:srgbClr val="FFFFFF"/>
                </a:solidFill>
              </a:rPr>
              <a:t>The portfolio is broadly exposed to both emerging market and developed market economies with the majority coming from emerging market countries such as India and China. This is not atypical for a global fund with focus on the MSCI emerging market index.</a:t>
            </a:r>
          </a:p>
        </p:txBody>
      </p:sp>
      <p:sp>
        <p:nvSpPr>
          <p:cNvPr id="21" name="Rectangle 20">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pic>
        <p:nvPicPr>
          <p:cNvPr id="6" name="Content Placeholder 5">
            <a:extLst>
              <a:ext uri="{FF2B5EF4-FFF2-40B4-BE49-F238E27FC236}">
                <a16:creationId xmlns:a16="http://schemas.microsoft.com/office/drawing/2014/main" id="{0ABF964F-6A6E-5C4E-8E63-68AE573BEDC8}"/>
              </a:ext>
            </a:extLst>
          </p:cNvPr>
          <p:cNvPicPr>
            <a:picLocks noGrp="1" noChangeAspect="1"/>
          </p:cNvPicPr>
          <p:nvPr>
            <p:ph sz="half" idx="1"/>
          </p:nvPr>
        </p:nvPicPr>
        <p:blipFill>
          <a:blip r:embed="rId2"/>
          <a:stretch>
            <a:fillRect/>
          </a:stretch>
        </p:blipFill>
        <p:spPr>
          <a:xfrm>
            <a:off x="4742017" y="1457557"/>
            <a:ext cx="6798082" cy="3942886"/>
          </a:xfrm>
          <a:prstGeom prst="rect">
            <a:avLst/>
          </a:prstGeom>
        </p:spPr>
      </p:pic>
    </p:spTree>
    <p:extLst>
      <p:ext uri="{BB962C8B-B14F-4D97-AF65-F5344CB8AC3E}">
        <p14:creationId xmlns:p14="http://schemas.microsoft.com/office/powerpoint/2010/main" val="1827103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483A1-B191-8922-4173-35C4708006C6}"/>
              </a:ext>
            </a:extLst>
          </p:cNvPr>
          <p:cNvSpPr>
            <a:spLocks noGrp="1"/>
          </p:cNvSpPr>
          <p:nvPr>
            <p:ph type="title"/>
          </p:nvPr>
        </p:nvSpPr>
        <p:spPr/>
        <p:txBody>
          <a:bodyPr/>
          <a:lstStyle/>
          <a:p>
            <a:r>
              <a:rPr lang="en-ZA"/>
              <a:t>Current Risk Drivers</a:t>
            </a:r>
            <a:endParaRPr lang="en-ZA" dirty="0"/>
          </a:p>
        </p:txBody>
      </p:sp>
      <p:pic>
        <p:nvPicPr>
          <p:cNvPr id="6" name="Content Placeholder 5">
            <a:extLst>
              <a:ext uri="{FF2B5EF4-FFF2-40B4-BE49-F238E27FC236}">
                <a16:creationId xmlns:a16="http://schemas.microsoft.com/office/drawing/2014/main" id="{D0A1D0BC-DE61-3E3A-6EB8-B1B64F32DDD0}"/>
              </a:ext>
            </a:extLst>
          </p:cNvPr>
          <p:cNvPicPr>
            <a:picLocks noGrp="1" noChangeAspect="1"/>
          </p:cNvPicPr>
          <p:nvPr>
            <p:ph sz="half" idx="1"/>
          </p:nvPr>
        </p:nvPicPr>
        <p:blipFill>
          <a:blip r:embed="rId2"/>
          <a:stretch>
            <a:fillRect/>
          </a:stretch>
        </p:blipFill>
        <p:spPr>
          <a:xfrm>
            <a:off x="315664" y="1987250"/>
            <a:ext cx="5780336" cy="3512375"/>
          </a:xfrm>
          <a:prstGeom prst="rect">
            <a:avLst/>
          </a:prstGeom>
        </p:spPr>
      </p:pic>
      <p:pic>
        <p:nvPicPr>
          <p:cNvPr id="10" name="Content Placeholder 9">
            <a:extLst>
              <a:ext uri="{FF2B5EF4-FFF2-40B4-BE49-F238E27FC236}">
                <a16:creationId xmlns:a16="http://schemas.microsoft.com/office/drawing/2014/main" id="{2F441437-FBCA-8A31-10AC-F5657502C1AE}"/>
              </a:ext>
            </a:extLst>
          </p:cNvPr>
          <p:cNvPicPr>
            <a:picLocks noGrp="1" noChangeAspect="1"/>
          </p:cNvPicPr>
          <p:nvPr>
            <p:ph sz="half" idx="2"/>
          </p:nvPr>
        </p:nvPicPr>
        <p:blipFill>
          <a:blip r:embed="rId3"/>
          <a:stretch>
            <a:fillRect/>
          </a:stretch>
        </p:blipFill>
        <p:spPr>
          <a:xfrm>
            <a:off x="6294438" y="1852278"/>
            <a:ext cx="5102984" cy="3782317"/>
          </a:xfrm>
          <a:prstGeom prst="rect">
            <a:avLst/>
          </a:prstGeom>
        </p:spPr>
      </p:pic>
    </p:spTree>
    <p:extLst>
      <p:ext uri="{BB962C8B-B14F-4D97-AF65-F5344CB8AC3E}">
        <p14:creationId xmlns:p14="http://schemas.microsoft.com/office/powerpoint/2010/main" val="1548242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CAD4DDB-7C32-592E-5382-CD6544C6904D}"/>
              </a:ext>
            </a:extLst>
          </p:cNvPr>
          <p:cNvPicPr>
            <a:picLocks noGrp="1" noChangeAspect="1"/>
          </p:cNvPicPr>
          <p:nvPr>
            <p:ph idx="1"/>
          </p:nvPr>
        </p:nvPicPr>
        <p:blipFill>
          <a:blip r:embed="rId2"/>
          <a:stretch>
            <a:fillRect/>
          </a:stretch>
        </p:blipFill>
        <p:spPr>
          <a:xfrm>
            <a:off x="4319228" y="1405281"/>
            <a:ext cx="6974247" cy="4200862"/>
          </a:xfrm>
          <a:prstGeom prst="rect">
            <a:avLst/>
          </a:prstGeom>
        </p:spPr>
      </p:pic>
      <p:sp>
        <p:nvSpPr>
          <p:cNvPr id="4" name="Text Placeholder 3">
            <a:extLst>
              <a:ext uri="{FF2B5EF4-FFF2-40B4-BE49-F238E27FC236}">
                <a16:creationId xmlns:a16="http://schemas.microsoft.com/office/drawing/2014/main" id="{F3D5901C-EB5F-3EE3-056E-F7248B463DBD}"/>
              </a:ext>
            </a:extLst>
          </p:cNvPr>
          <p:cNvSpPr>
            <a:spLocks noGrp="1"/>
          </p:cNvSpPr>
          <p:nvPr>
            <p:ph type="body" sz="half" idx="2"/>
          </p:nvPr>
        </p:nvSpPr>
        <p:spPr>
          <a:xfrm>
            <a:off x="359229" y="1405281"/>
            <a:ext cx="3200400" cy="3379124"/>
          </a:xfrm>
        </p:spPr>
        <p:txBody>
          <a:bodyPr/>
          <a:lstStyle/>
          <a:p>
            <a:r>
              <a:rPr lang="en-ZA" dirty="0"/>
              <a:t>The current drivers of risk are unsurprisingly dominated by the shares, sector and countries that the portfolio is most exposed to.</a:t>
            </a:r>
          </a:p>
        </p:txBody>
      </p:sp>
    </p:spTree>
    <p:extLst>
      <p:ext uri="{BB962C8B-B14F-4D97-AF65-F5344CB8AC3E}">
        <p14:creationId xmlns:p14="http://schemas.microsoft.com/office/powerpoint/2010/main" val="571138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4D6A-5C77-90E8-5F4E-F68B6ECAA681}"/>
              </a:ext>
            </a:extLst>
          </p:cNvPr>
          <p:cNvSpPr>
            <a:spLocks noGrp="1"/>
          </p:cNvSpPr>
          <p:nvPr>
            <p:ph type="title"/>
          </p:nvPr>
        </p:nvSpPr>
        <p:spPr/>
        <p:txBody>
          <a:bodyPr/>
          <a:lstStyle/>
          <a:p>
            <a:r>
              <a:rPr lang="en-ZA" dirty="0"/>
              <a:t>Portfolio Return Analysis</a:t>
            </a:r>
          </a:p>
        </p:txBody>
      </p:sp>
      <p:pic>
        <p:nvPicPr>
          <p:cNvPr id="6" name="Content Placeholder 5">
            <a:extLst>
              <a:ext uri="{FF2B5EF4-FFF2-40B4-BE49-F238E27FC236}">
                <a16:creationId xmlns:a16="http://schemas.microsoft.com/office/drawing/2014/main" id="{00F47882-6A55-1F4A-240E-7049496967E6}"/>
              </a:ext>
            </a:extLst>
          </p:cNvPr>
          <p:cNvPicPr>
            <a:picLocks noGrp="1" noChangeAspect="1"/>
          </p:cNvPicPr>
          <p:nvPr>
            <p:ph sz="half" idx="1"/>
          </p:nvPr>
        </p:nvPicPr>
        <p:blipFill>
          <a:blip r:embed="rId2"/>
          <a:stretch>
            <a:fillRect/>
          </a:stretch>
        </p:blipFill>
        <p:spPr>
          <a:xfrm>
            <a:off x="1096963" y="2221622"/>
            <a:ext cx="4938712" cy="3272006"/>
          </a:xfrm>
          <a:prstGeom prst="rect">
            <a:avLst/>
          </a:prstGeom>
        </p:spPr>
      </p:pic>
      <p:pic>
        <p:nvPicPr>
          <p:cNvPr id="8" name="Content Placeholder 7">
            <a:extLst>
              <a:ext uri="{FF2B5EF4-FFF2-40B4-BE49-F238E27FC236}">
                <a16:creationId xmlns:a16="http://schemas.microsoft.com/office/drawing/2014/main" id="{C624AA0A-98D3-5D7B-34ED-0F0C043785EB}"/>
              </a:ext>
            </a:extLst>
          </p:cNvPr>
          <p:cNvPicPr>
            <a:picLocks noGrp="1" noChangeAspect="1"/>
          </p:cNvPicPr>
          <p:nvPr>
            <p:ph sz="half" idx="2"/>
          </p:nvPr>
        </p:nvPicPr>
        <p:blipFill>
          <a:blip r:embed="rId3"/>
          <a:stretch>
            <a:fillRect/>
          </a:stretch>
        </p:blipFill>
        <p:spPr>
          <a:xfrm>
            <a:off x="6218238" y="2262091"/>
            <a:ext cx="4937125" cy="3191068"/>
          </a:xfrm>
          <a:prstGeom prst="rect">
            <a:avLst/>
          </a:prstGeom>
        </p:spPr>
      </p:pic>
    </p:spTree>
    <p:extLst>
      <p:ext uri="{BB962C8B-B14F-4D97-AF65-F5344CB8AC3E}">
        <p14:creationId xmlns:p14="http://schemas.microsoft.com/office/powerpoint/2010/main" val="2548482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1C3FA43-2417-3CFF-4EB8-FBD1F19C52AF}"/>
              </a:ext>
            </a:extLst>
          </p:cNvPr>
          <p:cNvPicPr>
            <a:picLocks noGrp="1" noChangeAspect="1"/>
          </p:cNvPicPr>
          <p:nvPr>
            <p:ph idx="1"/>
          </p:nvPr>
        </p:nvPicPr>
        <p:blipFill>
          <a:blip r:embed="rId2"/>
          <a:stretch>
            <a:fillRect/>
          </a:stretch>
        </p:blipFill>
        <p:spPr>
          <a:xfrm>
            <a:off x="5346323" y="1541209"/>
            <a:ext cx="5401429" cy="3639058"/>
          </a:xfrm>
          <a:prstGeom prst="rect">
            <a:avLst/>
          </a:prstGeom>
        </p:spPr>
      </p:pic>
      <p:sp>
        <p:nvSpPr>
          <p:cNvPr id="4" name="Text Placeholder 3">
            <a:extLst>
              <a:ext uri="{FF2B5EF4-FFF2-40B4-BE49-F238E27FC236}">
                <a16:creationId xmlns:a16="http://schemas.microsoft.com/office/drawing/2014/main" id="{0C85C6CE-3B84-ACB6-EDD4-8099747B7AF2}"/>
              </a:ext>
            </a:extLst>
          </p:cNvPr>
          <p:cNvSpPr>
            <a:spLocks noGrp="1"/>
          </p:cNvSpPr>
          <p:nvPr>
            <p:ph type="body" sz="half" idx="2"/>
          </p:nvPr>
        </p:nvSpPr>
        <p:spPr>
          <a:xfrm>
            <a:off x="511629" y="1541209"/>
            <a:ext cx="3200400" cy="3379124"/>
          </a:xfrm>
        </p:spPr>
        <p:txBody>
          <a:bodyPr/>
          <a:lstStyle/>
          <a:p>
            <a:r>
              <a:rPr lang="en-ZA" dirty="0"/>
              <a:t>The portfolio is an actively managed fund with active weights against its benchmark. Over the period of 29 Sep 2022 to 29 Mar 2023, the fund has managed to outperform its benchmark as well as the MSCI world, the MSCI emerging market index and the JSE All Share index. Showing impressive skill from the fund manager.</a:t>
            </a:r>
          </a:p>
        </p:txBody>
      </p:sp>
    </p:spTree>
    <p:extLst>
      <p:ext uri="{BB962C8B-B14F-4D97-AF65-F5344CB8AC3E}">
        <p14:creationId xmlns:p14="http://schemas.microsoft.com/office/powerpoint/2010/main" val="1380564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CB41F-B455-3EB6-D27F-F331F1A266A3}"/>
              </a:ext>
            </a:extLst>
          </p:cNvPr>
          <p:cNvSpPr>
            <a:spLocks noGrp="1"/>
          </p:cNvSpPr>
          <p:nvPr>
            <p:ph type="title"/>
          </p:nvPr>
        </p:nvSpPr>
        <p:spPr/>
        <p:txBody>
          <a:bodyPr/>
          <a:lstStyle/>
          <a:p>
            <a:r>
              <a:rPr lang="en-ZA" dirty="0"/>
              <a:t>Exposures over time</a:t>
            </a:r>
          </a:p>
        </p:txBody>
      </p:sp>
      <p:pic>
        <p:nvPicPr>
          <p:cNvPr id="6" name="Content Placeholder 5">
            <a:extLst>
              <a:ext uri="{FF2B5EF4-FFF2-40B4-BE49-F238E27FC236}">
                <a16:creationId xmlns:a16="http://schemas.microsoft.com/office/drawing/2014/main" id="{FFB35E5E-C79A-986C-8F18-A1F7721AEAAA}"/>
              </a:ext>
            </a:extLst>
          </p:cNvPr>
          <p:cNvPicPr>
            <a:picLocks noGrp="1" noChangeAspect="1"/>
          </p:cNvPicPr>
          <p:nvPr>
            <p:ph sz="half" idx="1"/>
          </p:nvPr>
        </p:nvPicPr>
        <p:blipFill>
          <a:blip r:embed="rId2"/>
          <a:stretch>
            <a:fillRect/>
          </a:stretch>
        </p:blipFill>
        <p:spPr>
          <a:xfrm>
            <a:off x="1096963" y="2082244"/>
            <a:ext cx="4938712" cy="3550763"/>
          </a:xfrm>
          <a:prstGeom prst="rect">
            <a:avLst/>
          </a:prstGeom>
        </p:spPr>
      </p:pic>
      <p:pic>
        <p:nvPicPr>
          <p:cNvPr id="8" name="Content Placeholder 7">
            <a:extLst>
              <a:ext uri="{FF2B5EF4-FFF2-40B4-BE49-F238E27FC236}">
                <a16:creationId xmlns:a16="http://schemas.microsoft.com/office/drawing/2014/main" id="{08115A60-DF41-DBC5-A472-3DC353361CE7}"/>
              </a:ext>
            </a:extLst>
          </p:cNvPr>
          <p:cNvPicPr>
            <a:picLocks noGrp="1" noChangeAspect="1"/>
          </p:cNvPicPr>
          <p:nvPr>
            <p:ph sz="half" idx="2"/>
          </p:nvPr>
        </p:nvPicPr>
        <p:blipFill>
          <a:blip r:embed="rId3"/>
          <a:stretch>
            <a:fillRect/>
          </a:stretch>
        </p:blipFill>
        <p:spPr>
          <a:xfrm>
            <a:off x="6218238" y="2151775"/>
            <a:ext cx="4937125" cy="3411701"/>
          </a:xfrm>
          <a:prstGeom prst="rect">
            <a:avLst/>
          </a:prstGeom>
        </p:spPr>
      </p:pic>
    </p:spTree>
    <p:extLst>
      <p:ext uri="{BB962C8B-B14F-4D97-AF65-F5344CB8AC3E}">
        <p14:creationId xmlns:p14="http://schemas.microsoft.com/office/powerpoint/2010/main" val="533887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A9696-BF42-C1C3-52C2-B433F5324C46}"/>
              </a:ext>
            </a:extLst>
          </p:cNvPr>
          <p:cNvSpPr>
            <a:spLocks noGrp="1"/>
          </p:cNvSpPr>
          <p:nvPr>
            <p:ph type="title"/>
          </p:nvPr>
        </p:nvSpPr>
        <p:spPr/>
        <p:txBody>
          <a:bodyPr/>
          <a:lstStyle/>
          <a:p>
            <a:r>
              <a:rPr lang="en-ZA" dirty="0"/>
              <a:t>Return Attribution</a:t>
            </a:r>
          </a:p>
        </p:txBody>
      </p:sp>
      <p:pic>
        <p:nvPicPr>
          <p:cNvPr id="6" name="Content Placeholder 5">
            <a:extLst>
              <a:ext uri="{FF2B5EF4-FFF2-40B4-BE49-F238E27FC236}">
                <a16:creationId xmlns:a16="http://schemas.microsoft.com/office/drawing/2014/main" id="{4198C6BC-8B04-6844-A098-1EECFEA72C50}"/>
              </a:ext>
            </a:extLst>
          </p:cNvPr>
          <p:cNvPicPr>
            <a:picLocks noGrp="1" noChangeAspect="1"/>
          </p:cNvPicPr>
          <p:nvPr>
            <p:ph sz="half" idx="1"/>
          </p:nvPr>
        </p:nvPicPr>
        <p:blipFill>
          <a:blip r:embed="rId2"/>
          <a:stretch>
            <a:fillRect/>
          </a:stretch>
        </p:blipFill>
        <p:spPr>
          <a:xfrm>
            <a:off x="1096963" y="2068733"/>
            <a:ext cx="4938712" cy="3577784"/>
          </a:xfrm>
          <a:prstGeom prst="rect">
            <a:avLst/>
          </a:prstGeom>
        </p:spPr>
      </p:pic>
      <p:pic>
        <p:nvPicPr>
          <p:cNvPr id="8" name="Content Placeholder 7">
            <a:extLst>
              <a:ext uri="{FF2B5EF4-FFF2-40B4-BE49-F238E27FC236}">
                <a16:creationId xmlns:a16="http://schemas.microsoft.com/office/drawing/2014/main" id="{D54FC1E3-829A-CCC4-48CD-B2A9F3434F34}"/>
              </a:ext>
            </a:extLst>
          </p:cNvPr>
          <p:cNvPicPr>
            <a:picLocks noGrp="1" noChangeAspect="1"/>
          </p:cNvPicPr>
          <p:nvPr>
            <p:ph sz="half" idx="2"/>
          </p:nvPr>
        </p:nvPicPr>
        <p:blipFill>
          <a:blip r:embed="rId3"/>
          <a:stretch>
            <a:fillRect/>
          </a:stretch>
        </p:blipFill>
        <p:spPr>
          <a:xfrm>
            <a:off x="6218238" y="2068733"/>
            <a:ext cx="5081749" cy="3478780"/>
          </a:xfrm>
          <a:prstGeom prst="rect">
            <a:avLst/>
          </a:prstGeom>
        </p:spPr>
      </p:pic>
    </p:spTree>
    <p:extLst>
      <p:ext uri="{BB962C8B-B14F-4D97-AF65-F5344CB8AC3E}">
        <p14:creationId xmlns:p14="http://schemas.microsoft.com/office/powerpoint/2010/main" val="1877585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3CC05-F8D0-2D3A-79C2-CF4563ABD449}"/>
              </a:ext>
            </a:extLst>
          </p:cNvPr>
          <p:cNvSpPr>
            <a:spLocks noGrp="1"/>
          </p:cNvSpPr>
          <p:nvPr>
            <p:ph type="title"/>
          </p:nvPr>
        </p:nvSpPr>
        <p:spPr/>
        <p:txBody>
          <a:bodyPr/>
          <a:lstStyle/>
          <a:p>
            <a:r>
              <a:rPr lang="en-ZA" dirty="0"/>
              <a:t>Attribution continued</a:t>
            </a:r>
          </a:p>
        </p:txBody>
      </p:sp>
      <p:pic>
        <p:nvPicPr>
          <p:cNvPr id="6" name="Content Placeholder 5">
            <a:extLst>
              <a:ext uri="{FF2B5EF4-FFF2-40B4-BE49-F238E27FC236}">
                <a16:creationId xmlns:a16="http://schemas.microsoft.com/office/drawing/2014/main" id="{8887EA35-8BA7-1922-3041-CFA6EBA93B41}"/>
              </a:ext>
            </a:extLst>
          </p:cNvPr>
          <p:cNvPicPr>
            <a:picLocks noGrp="1" noChangeAspect="1"/>
          </p:cNvPicPr>
          <p:nvPr>
            <p:ph sz="half" idx="1"/>
          </p:nvPr>
        </p:nvPicPr>
        <p:blipFill>
          <a:blip r:embed="rId2"/>
          <a:stretch>
            <a:fillRect/>
          </a:stretch>
        </p:blipFill>
        <p:spPr>
          <a:xfrm>
            <a:off x="1096963" y="2128245"/>
            <a:ext cx="4938712" cy="3458761"/>
          </a:xfrm>
          <a:prstGeom prst="rect">
            <a:avLst/>
          </a:prstGeom>
        </p:spPr>
      </p:pic>
      <p:pic>
        <p:nvPicPr>
          <p:cNvPr id="8" name="Content Placeholder 7">
            <a:extLst>
              <a:ext uri="{FF2B5EF4-FFF2-40B4-BE49-F238E27FC236}">
                <a16:creationId xmlns:a16="http://schemas.microsoft.com/office/drawing/2014/main" id="{D7256F1D-3122-170E-0A78-39C57A61911B}"/>
              </a:ext>
            </a:extLst>
          </p:cNvPr>
          <p:cNvPicPr>
            <a:picLocks noGrp="1" noChangeAspect="1"/>
          </p:cNvPicPr>
          <p:nvPr>
            <p:ph sz="half" idx="2"/>
          </p:nvPr>
        </p:nvPicPr>
        <p:blipFill>
          <a:blip r:embed="rId3"/>
          <a:stretch>
            <a:fillRect/>
          </a:stretch>
        </p:blipFill>
        <p:spPr>
          <a:xfrm>
            <a:off x="6218238" y="2051677"/>
            <a:ext cx="4937125" cy="3611896"/>
          </a:xfrm>
          <a:prstGeom prst="rect">
            <a:avLst/>
          </a:prstGeom>
        </p:spPr>
      </p:pic>
    </p:spTree>
    <p:extLst>
      <p:ext uri="{BB962C8B-B14F-4D97-AF65-F5344CB8AC3E}">
        <p14:creationId xmlns:p14="http://schemas.microsoft.com/office/powerpoint/2010/main" val="1152386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1801-0B45-C30E-422D-2BB9D4A356C6}"/>
              </a:ext>
            </a:extLst>
          </p:cNvPr>
          <p:cNvSpPr>
            <a:spLocks noGrp="1"/>
          </p:cNvSpPr>
          <p:nvPr>
            <p:ph type="title"/>
          </p:nvPr>
        </p:nvSpPr>
        <p:spPr/>
        <p:txBody>
          <a:bodyPr/>
          <a:lstStyle/>
          <a:p>
            <a:r>
              <a:rPr lang="en-ZA" dirty="0"/>
              <a:t>Share Attribution</a:t>
            </a:r>
          </a:p>
        </p:txBody>
      </p:sp>
      <p:pic>
        <p:nvPicPr>
          <p:cNvPr id="6" name="Content Placeholder 5">
            <a:extLst>
              <a:ext uri="{FF2B5EF4-FFF2-40B4-BE49-F238E27FC236}">
                <a16:creationId xmlns:a16="http://schemas.microsoft.com/office/drawing/2014/main" id="{E5FF1AD6-36A8-492C-5DDC-F09DDA3564E5}"/>
              </a:ext>
            </a:extLst>
          </p:cNvPr>
          <p:cNvPicPr>
            <a:picLocks noGrp="1" noChangeAspect="1"/>
          </p:cNvPicPr>
          <p:nvPr>
            <p:ph sz="half" idx="1"/>
          </p:nvPr>
        </p:nvPicPr>
        <p:blipFill>
          <a:blip r:embed="rId2"/>
          <a:stretch>
            <a:fillRect/>
          </a:stretch>
        </p:blipFill>
        <p:spPr>
          <a:xfrm>
            <a:off x="1096963" y="2047055"/>
            <a:ext cx="4938712" cy="3621140"/>
          </a:xfrm>
          <a:prstGeom prst="rect">
            <a:avLst/>
          </a:prstGeom>
        </p:spPr>
      </p:pic>
      <p:pic>
        <p:nvPicPr>
          <p:cNvPr id="8" name="Content Placeholder 7">
            <a:extLst>
              <a:ext uri="{FF2B5EF4-FFF2-40B4-BE49-F238E27FC236}">
                <a16:creationId xmlns:a16="http://schemas.microsoft.com/office/drawing/2014/main" id="{8547F2A7-D047-787D-0F31-7F4D7B6879A8}"/>
              </a:ext>
            </a:extLst>
          </p:cNvPr>
          <p:cNvPicPr>
            <a:picLocks noGrp="1" noChangeAspect="1"/>
          </p:cNvPicPr>
          <p:nvPr>
            <p:ph sz="half" idx="2"/>
          </p:nvPr>
        </p:nvPicPr>
        <p:blipFill>
          <a:blip r:embed="rId3"/>
          <a:stretch>
            <a:fillRect/>
          </a:stretch>
        </p:blipFill>
        <p:spPr>
          <a:xfrm>
            <a:off x="6218238" y="2004626"/>
            <a:ext cx="5055601" cy="3621139"/>
          </a:xfrm>
          <a:prstGeom prst="rect">
            <a:avLst/>
          </a:prstGeom>
        </p:spPr>
      </p:pic>
    </p:spTree>
    <p:extLst>
      <p:ext uri="{BB962C8B-B14F-4D97-AF65-F5344CB8AC3E}">
        <p14:creationId xmlns:p14="http://schemas.microsoft.com/office/powerpoint/2010/main" val="1951674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F9A01-EC68-5AF0-F6CE-C2671DBD29B2}"/>
              </a:ext>
            </a:extLst>
          </p:cNvPr>
          <p:cNvSpPr>
            <a:spLocks noGrp="1"/>
          </p:cNvSpPr>
          <p:nvPr>
            <p:ph type="title"/>
          </p:nvPr>
        </p:nvSpPr>
        <p:spPr/>
        <p:txBody>
          <a:bodyPr/>
          <a:lstStyle/>
          <a:p>
            <a:r>
              <a:rPr lang="en-ZA" dirty="0"/>
              <a:t>Return attribution Comments</a:t>
            </a:r>
          </a:p>
        </p:txBody>
      </p:sp>
      <p:sp>
        <p:nvSpPr>
          <p:cNvPr id="3" name="Content Placeholder 2">
            <a:extLst>
              <a:ext uri="{FF2B5EF4-FFF2-40B4-BE49-F238E27FC236}">
                <a16:creationId xmlns:a16="http://schemas.microsoft.com/office/drawing/2014/main" id="{2070EB4C-2CA4-D247-A855-C1D44D1ADDF9}"/>
              </a:ext>
            </a:extLst>
          </p:cNvPr>
          <p:cNvSpPr>
            <a:spLocks noGrp="1"/>
          </p:cNvSpPr>
          <p:nvPr>
            <p:ph idx="1"/>
          </p:nvPr>
        </p:nvSpPr>
        <p:spPr/>
        <p:txBody>
          <a:bodyPr/>
          <a:lstStyle/>
          <a:p>
            <a:r>
              <a:rPr lang="en-ZA" dirty="0"/>
              <a:t>It is clear that the information technology sector made the majority of the gains with a meaningful contribution from the communication services sector. China and Taiwan delivered the majority of the positive performance with Brazil the only large negative contributing region.</a:t>
            </a:r>
          </a:p>
          <a:p>
            <a:r>
              <a:rPr lang="en-ZA" dirty="0"/>
              <a:t>Taiwan Semiconductor manufact co was the notable performer over the period with a return of 10.5%. Tencent and Alibaba making meaningful contributions as well. On </a:t>
            </a:r>
            <a:r>
              <a:rPr lang="en-ZA" dirty="0" err="1"/>
              <a:t>Hapvida</a:t>
            </a:r>
            <a:r>
              <a:rPr lang="en-ZA" dirty="0"/>
              <a:t> and </a:t>
            </a:r>
            <a:r>
              <a:rPr lang="en-ZA" dirty="0" err="1"/>
              <a:t>Meituan</a:t>
            </a:r>
            <a:r>
              <a:rPr lang="en-ZA" dirty="0"/>
              <a:t> were the most negative detractors to performance.</a:t>
            </a:r>
          </a:p>
        </p:txBody>
      </p:sp>
    </p:spTree>
    <p:extLst>
      <p:ext uri="{BB962C8B-B14F-4D97-AF65-F5344CB8AC3E}">
        <p14:creationId xmlns:p14="http://schemas.microsoft.com/office/powerpoint/2010/main" val="2714545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E37A3-AF7E-7A9E-D9AB-2AB5F6E63B63}"/>
              </a:ext>
            </a:extLst>
          </p:cNvPr>
          <p:cNvSpPr>
            <a:spLocks noGrp="1"/>
          </p:cNvSpPr>
          <p:nvPr>
            <p:ph type="title"/>
          </p:nvPr>
        </p:nvSpPr>
        <p:spPr/>
        <p:txBody>
          <a:bodyPr/>
          <a:lstStyle/>
          <a:p>
            <a:r>
              <a:rPr lang="en-ZA" dirty="0"/>
              <a:t>Risk Analysis</a:t>
            </a:r>
          </a:p>
        </p:txBody>
      </p:sp>
      <p:pic>
        <p:nvPicPr>
          <p:cNvPr id="6" name="Content Placeholder 5">
            <a:extLst>
              <a:ext uri="{FF2B5EF4-FFF2-40B4-BE49-F238E27FC236}">
                <a16:creationId xmlns:a16="http://schemas.microsoft.com/office/drawing/2014/main" id="{D652C2EB-23FF-7323-1A1B-A86D618EB046}"/>
              </a:ext>
            </a:extLst>
          </p:cNvPr>
          <p:cNvPicPr>
            <a:picLocks noGrp="1" noChangeAspect="1"/>
          </p:cNvPicPr>
          <p:nvPr>
            <p:ph sz="half" idx="1"/>
          </p:nvPr>
        </p:nvPicPr>
        <p:blipFill>
          <a:blip r:embed="rId2"/>
          <a:stretch>
            <a:fillRect/>
          </a:stretch>
        </p:blipFill>
        <p:spPr>
          <a:xfrm>
            <a:off x="1611086" y="2131494"/>
            <a:ext cx="3073902" cy="3451841"/>
          </a:xfrm>
          <a:prstGeom prst="rect">
            <a:avLst/>
          </a:prstGeom>
        </p:spPr>
      </p:pic>
      <p:pic>
        <p:nvPicPr>
          <p:cNvPr id="8" name="Content Placeholder 7">
            <a:extLst>
              <a:ext uri="{FF2B5EF4-FFF2-40B4-BE49-F238E27FC236}">
                <a16:creationId xmlns:a16="http://schemas.microsoft.com/office/drawing/2014/main" id="{F51A0411-5D2D-9956-ECB4-60B99546FDBF}"/>
              </a:ext>
            </a:extLst>
          </p:cNvPr>
          <p:cNvPicPr>
            <a:picLocks noGrp="1" noChangeAspect="1"/>
          </p:cNvPicPr>
          <p:nvPr>
            <p:ph sz="half" idx="2"/>
          </p:nvPr>
        </p:nvPicPr>
        <p:blipFill>
          <a:blip r:embed="rId3"/>
          <a:stretch>
            <a:fillRect/>
          </a:stretch>
        </p:blipFill>
        <p:spPr>
          <a:xfrm>
            <a:off x="6238534" y="2066675"/>
            <a:ext cx="4896533" cy="3581900"/>
          </a:xfrm>
          <a:prstGeom prst="rect">
            <a:avLst/>
          </a:prstGeom>
        </p:spPr>
      </p:pic>
    </p:spTree>
    <p:extLst>
      <p:ext uri="{BB962C8B-B14F-4D97-AF65-F5344CB8AC3E}">
        <p14:creationId xmlns:p14="http://schemas.microsoft.com/office/powerpoint/2010/main" val="1418106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B5930-169F-A6FE-0815-0BBE91A7CD15}"/>
              </a:ext>
            </a:extLst>
          </p:cNvPr>
          <p:cNvSpPr>
            <a:spLocks noGrp="1"/>
          </p:cNvSpPr>
          <p:nvPr>
            <p:ph type="title"/>
          </p:nvPr>
        </p:nvSpPr>
        <p:spPr/>
        <p:txBody>
          <a:bodyPr/>
          <a:lstStyle/>
          <a:p>
            <a:r>
              <a:rPr lang="en-ZA" dirty="0"/>
              <a:t>Beta analysis</a:t>
            </a:r>
          </a:p>
        </p:txBody>
      </p:sp>
      <p:pic>
        <p:nvPicPr>
          <p:cNvPr id="6" name="Content Placeholder 5">
            <a:extLst>
              <a:ext uri="{FF2B5EF4-FFF2-40B4-BE49-F238E27FC236}">
                <a16:creationId xmlns:a16="http://schemas.microsoft.com/office/drawing/2014/main" id="{698B3927-15EA-AB8D-A3BC-18C15C8A7520}"/>
              </a:ext>
            </a:extLst>
          </p:cNvPr>
          <p:cNvPicPr>
            <a:picLocks noGrp="1" noChangeAspect="1"/>
          </p:cNvPicPr>
          <p:nvPr>
            <p:ph sz="half" idx="1"/>
          </p:nvPr>
        </p:nvPicPr>
        <p:blipFill>
          <a:blip r:embed="rId2"/>
          <a:stretch>
            <a:fillRect/>
          </a:stretch>
        </p:blipFill>
        <p:spPr>
          <a:xfrm>
            <a:off x="1132342" y="2166702"/>
            <a:ext cx="4867954" cy="3381847"/>
          </a:xfrm>
          <a:prstGeom prst="rect">
            <a:avLst/>
          </a:prstGeom>
        </p:spPr>
      </p:pic>
      <p:pic>
        <p:nvPicPr>
          <p:cNvPr id="8" name="Content Placeholder 7">
            <a:extLst>
              <a:ext uri="{FF2B5EF4-FFF2-40B4-BE49-F238E27FC236}">
                <a16:creationId xmlns:a16="http://schemas.microsoft.com/office/drawing/2014/main" id="{06422799-47D6-0A1B-5FC1-3FA221523E03}"/>
              </a:ext>
            </a:extLst>
          </p:cNvPr>
          <p:cNvPicPr>
            <a:picLocks noGrp="1" noChangeAspect="1"/>
          </p:cNvPicPr>
          <p:nvPr>
            <p:ph sz="half" idx="2"/>
          </p:nvPr>
        </p:nvPicPr>
        <p:blipFill>
          <a:blip r:embed="rId3"/>
          <a:stretch>
            <a:fillRect/>
          </a:stretch>
        </p:blipFill>
        <p:spPr>
          <a:xfrm>
            <a:off x="6218238" y="2027163"/>
            <a:ext cx="4937125" cy="3660924"/>
          </a:xfrm>
          <a:prstGeom prst="rect">
            <a:avLst/>
          </a:prstGeom>
        </p:spPr>
      </p:pic>
    </p:spTree>
    <p:extLst>
      <p:ext uri="{BB962C8B-B14F-4D97-AF65-F5344CB8AC3E}">
        <p14:creationId xmlns:p14="http://schemas.microsoft.com/office/powerpoint/2010/main" val="1615738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3B780-BFB6-DEDD-8214-E407AC709647}"/>
              </a:ext>
            </a:extLst>
          </p:cNvPr>
          <p:cNvSpPr>
            <a:spLocks noGrp="1"/>
          </p:cNvSpPr>
          <p:nvPr>
            <p:ph type="title"/>
          </p:nvPr>
        </p:nvSpPr>
        <p:spPr/>
        <p:txBody>
          <a:bodyPr/>
          <a:lstStyle/>
          <a:p>
            <a:r>
              <a:rPr lang="en-ZA" dirty="0"/>
              <a:t>Risk attribution</a:t>
            </a:r>
          </a:p>
        </p:txBody>
      </p:sp>
      <p:pic>
        <p:nvPicPr>
          <p:cNvPr id="6" name="Content Placeholder 5">
            <a:extLst>
              <a:ext uri="{FF2B5EF4-FFF2-40B4-BE49-F238E27FC236}">
                <a16:creationId xmlns:a16="http://schemas.microsoft.com/office/drawing/2014/main" id="{AD804ED7-7377-360C-118F-B2A469905F06}"/>
              </a:ext>
            </a:extLst>
          </p:cNvPr>
          <p:cNvPicPr>
            <a:picLocks noGrp="1" noChangeAspect="1"/>
          </p:cNvPicPr>
          <p:nvPr>
            <p:ph sz="half" idx="1"/>
          </p:nvPr>
        </p:nvPicPr>
        <p:blipFill>
          <a:blip r:embed="rId2"/>
          <a:stretch>
            <a:fillRect/>
          </a:stretch>
        </p:blipFill>
        <p:spPr>
          <a:xfrm>
            <a:off x="1096963" y="2193221"/>
            <a:ext cx="4938712" cy="3328809"/>
          </a:xfrm>
          <a:prstGeom prst="rect">
            <a:avLst/>
          </a:prstGeom>
        </p:spPr>
      </p:pic>
      <p:pic>
        <p:nvPicPr>
          <p:cNvPr id="8" name="Content Placeholder 7">
            <a:extLst>
              <a:ext uri="{FF2B5EF4-FFF2-40B4-BE49-F238E27FC236}">
                <a16:creationId xmlns:a16="http://schemas.microsoft.com/office/drawing/2014/main" id="{21511862-2103-F16A-FD28-62469B70E6B6}"/>
              </a:ext>
            </a:extLst>
          </p:cNvPr>
          <p:cNvPicPr>
            <a:picLocks noGrp="1" noChangeAspect="1"/>
          </p:cNvPicPr>
          <p:nvPr>
            <p:ph sz="half" idx="2"/>
          </p:nvPr>
        </p:nvPicPr>
        <p:blipFill>
          <a:blip r:embed="rId3"/>
          <a:stretch>
            <a:fillRect/>
          </a:stretch>
        </p:blipFill>
        <p:spPr>
          <a:xfrm>
            <a:off x="6218238" y="2167737"/>
            <a:ext cx="4937125" cy="3379776"/>
          </a:xfrm>
          <a:prstGeom prst="rect">
            <a:avLst/>
          </a:prstGeom>
        </p:spPr>
      </p:pic>
    </p:spTree>
    <p:extLst>
      <p:ext uri="{BB962C8B-B14F-4D97-AF65-F5344CB8AC3E}">
        <p14:creationId xmlns:p14="http://schemas.microsoft.com/office/powerpoint/2010/main" val="2749788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C19E-2C57-3861-1F17-BD9B35E2C508}"/>
              </a:ext>
            </a:extLst>
          </p:cNvPr>
          <p:cNvSpPr>
            <a:spLocks noGrp="1"/>
          </p:cNvSpPr>
          <p:nvPr>
            <p:ph type="title"/>
          </p:nvPr>
        </p:nvSpPr>
        <p:spPr/>
        <p:txBody>
          <a:bodyPr/>
          <a:lstStyle/>
          <a:p>
            <a:r>
              <a:rPr lang="en-ZA" dirty="0"/>
              <a:t>ESG analysis</a:t>
            </a:r>
          </a:p>
        </p:txBody>
      </p:sp>
      <p:pic>
        <p:nvPicPr>
          <p:cNvPr id="6" name="Content Placeholder 5">
            <a:extLst>
              <a:ext uri="{FF2B5EF4-FFF2-40B4-BE49-F238E27FC236}">
                <a16:creationId xmlns:a16="http://schemas.microsoft.com/office/drawing/2014/main" id="{A775A8FB-E546-4816-E052-227ABDE8444A}"/>
              </a:ext>
            </a:extLst>
          </p:cNvPr>
          <p:cNvPicPr>
            <a:picLocks noGrp="1" noChangeAspect="1"/>
          </p:cNvPicPr>
          <p:nvPr>
            <p:ph sz="half" idx="1"/>
          </p:nvPr>
        </p:nvPicPr>
        <p:blipFill>
          <a:blip r:embed="rId2"/>
          <a:stretch>
            <a:fillRect/>
          </a:stretch>
        </p:blipFill>
        <p:spPr>
          <a:xfrm>
            <a:off x="1096963" y="2122915"/>
            <a:ext cx="4938712" cy="3469421"/>
          </a:xfrm>
          <a:prstGeom prst="rect">
            <a:avLst/>
          </a:prstGeom>
        </p:spPr>
      </p:pic>
      <p:pic>
        <p:nvPicPr>
          <p:cNvPr id="8" name="Content Placeholder 7">
            <a:extLst>
              <a:ext uri="{FF2B5EF4-FFF2-40B4-BE49-F238E27FC236}">
                <a16:creationId xmlns:a16="http://schemas.microsoft.com/office/drawing/2014/main" id="{D6BC9E68-1067-A6D3-48EF-B957789BBE01}"/>
              </a:ext>
            </a:extLst>
          </p:cNvPr>
          <p:cNvPicPr>
            <a:picLocks noGrp="1" noChangeAspect="1"/>
          </p:cNvPicPr>
          <p:nvPr>
            <p:ph sz="half" idx="2"/>
          </p:nvPr>
        </p:nvPicPr>
        <p:blipFill>
          <a:blip r:embed="rId3"/>
          <a:stretch>
            <a:fillRect/>
          </a:stretch>
        </p:blipFill>
        <p:spPr>
          <a:xfrm>
            <a:off x="6218238" y="2191345"/>
            <a:ext cx="4937125" cy="3332560"/>
          </a:xfrm>
          <a:prstGeom prst="rect">
            <a:avLst/>
          </a:prstGeom>
        </p:spPr>
      </p:pic>
    </p:spTree>
    <p:extLst>
      <p:ext uri="{BB962C8B-B14F-4D97-AF65-F5344CB8AC3E}">
        <p14:creationId xmlns:p14="http://schemas.microsoft.com/office/powerpoint/2010/main" val="1775544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5E4A0E2-90C6-D7EE-A3C7-6C20177908D3}"/>
              </a:ext>
            </a:extLst>
          </p:cNvPr>
          <p:cNvPicPr>
            <a:picLocks noGrp="1" noChangeAspect="1"/>
          </p:cNvPicPr>
          <p:nvPr>
            <p:ph idx="1"/>
          </p:nvPr>
        </p:nvPicPr>
        <p:blipFill>
          <a:blip r:embed="rId2"/>
          <a:stretch>
            <a:fillRect/>
          </a:stretch>
        </p:blipFill>
        <p:spPr>
          <a:xfrm>
            <a:off x="5374902" y="1598367"/>
            <a:ext cx="5344271" cy="3524742"/>
          </a:xfrm>
          <a:prstGeom prst="rect">
            <a:avLst/>
          </a:prstGeom>
        </p:spPr>
      </p:pic>
      <p:sp>
        <p:nvSpPr>
          <p:cNvPr id="4" name="Text Placeholder 3">
            <a:extLst>
              <a:ext uri="{FF2B5EF4-FFF2-40B4-BE49-F238E27FC236}">
                <a16:creationId xmlns:a16="http://schemas.microsoft.com/office/drawing/2014/main" id="{C75367EB-DF04-99FE-B9F3-6730A489023A}"/>
              </a:ext>
            </a:extLst>
          </p:cNvPr>
          <p:cNvSpPr>
            <a:spLocks noGrp="1"/>
          </p:cNvSpPr>
          <p:nvPr>
            <p:ph type="body" sz="half" idx="2"/>
          </p:nvPr>
        </p:nvSpPr>
        <p:spPr>
          <a:xfrm>
            <a:off x="402771" y="1910661"/>
            <a:ext cx="3200400" cy="3379124"/>
          </a:xfrm>
        </p:spPr>
        <p:txBody>
          <a:bodyPr/>
          <a:lstStyle/>
          <a:p>
            <a:r>
              <a:rPr lang="en-ZA" dirty="0"/>
              <a:t>The portfolio is ESG cognisant with a focus on the environmental pillar of ESG. The overall ESG score decreased slightly over the period due to a slight decrease in weighted governance score. While the environmental pillar continued to improve over the period. </a:t>
            </a:r>
          </a:p>
        </p:txBody>
      </p:sp>
    </p:spTree>
    <p:extLst>
      <p:ext uri="{BB962C8B-B14F-4D97-AF65-F5344CB8AC3E}">
        <p14:creationId xmlns:p14="http://schemas.microsoft.com/office/powerpoint/2010/main" val="473029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0117-83DA-8129-065E-3D53C7BF71A7}"/>
              </a:ext>
            </a:extLst>
          </p:cNvPr>
          <p:cNvSpPr>
            <a:spLocks noGrp="1"/>
          </p:cNvSpPr>
          <p:nvPr>
            <p:ph type="title"/>
          </p:nvPr>
        </p:nvSpPr>
        <p:spPr/>
        <p:txBody>
          <a:bodyPr/>
          <a:lstStyle/>
          <a:p>
            <a:r>
              <a:rPr lang="en-ZA" dirty="0"/>
              <a:t>Closing remarks</a:t>
            </a:r>
          </a:p>
        </p:txBody>
      </p:sp>
      <p:sp>
        <p:nvSpPr>
          <p:cNvPr id="3" name="Content Placeholder 2">
            <a:extLst>
              <a:ext uri="{FF2B5EF4-FFF2-40B4-BE49-F238E27FC236}">
                <a16:creationId xmlns:a16="http://schemas.microsoft.com/office/drawing/2014/main" id="{22780387-9B23-3A49-D8AB-9E3BD83F6167}"/>
              </a:ext>
            </a:extLst>
          </p:cNvPr>
          <p:cNvSpPr>
            <a:spLocks noGrp="1"/>
          </p:cNvSpPr>
          <p:nvPr>
            <p:ph idx="1"/>
          </p:nvPr>
        </p:nvSpPr>
        <p:spPr/>
        <p:txBody>
          <a:bodyPr/>
          <a:lstStyle/>
          <a:p>
            <a:r>
              <a:rPr lang="en-ZA" dirty="0"/>
              <a:t>This is an actively managed equity portfolio with a global, and specifically emerging market, focus. It is clearly ESG-conscious, with particular emphasis on the environmental pillar of ESG.</a:t>
            </a:r>
          </a:p>
          <a:p>
            <a:r>
              <a:rPr lang="en-ZA" dirty="0"/>
              <a:t>The portfolio manager has successfully generated alpha relative to the benchmark and has also outperformed global equity indices that may be relevant for peer comparison. Its concentration in the Information Technology sector, particularly in Taiwan, has driven the majority of returns over the period.</a:t>
            </a:r>
          </a:p>
          <a:p>
            <a:endParaRPr lang="en-ZA" dirty="0"/>
          </a:p>
        </p:txBody>
      </p:sp>
    </p:spTree>
    <p:extLst>
      <p:ext uri="{BB962C8B-B14F-4D97-AF65-F5344CB8AC3E}">
        <p14:creationId xmlns:p14="http://schemas.microsoft.com/office/powerpoint/2010/main" val="553981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3D900A-2D9F-A800-4E62-D555FF515BEE}"/>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6600">
                <a:solidFill>
                  <a:schemeClr val="tx1">
                    <a:lumMod val="85000"/>
                    <a:lumOff val="15000"/>
                  </a:schemeClr>
                </a:solidFill>
              </a:rPr>
              <a:t>Thank you!</a:t>
            </a:r>
          </a:p>
        </p:txBody>
      </p:sp>
      <p:pic>
        <p:nvPicPr>
          <p:cNvPr id="6" name="Graphic 5" descr="Handshake">
            <a:extLst>
              <a:ext uri="{FF2B5EF4-FFF2-40B4-BE49-F238E27FC236}">
                <a16:creationId xmlns:a16="http://schemas.microsoft.com/office/drawing/2014/main" id="{1D33A46C-E739-EBA4-D912-8140B7BE65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63029" y="640081"/>
            <a:ext cx="5054156" cy="5054156"/>
          </a:xfrm>
          <a:prstGeom prst="rect">
            <a:avLst/>
          </a:prstGeom>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Tree>
    <p:extLst>
      <p:ext uri="{BB962C8B-B14F-4D97-AF65-F5344CB8AC3E}">
        <p14:creationId xmlns:p14="http://schemas.microsoft.com/office/powerpoint/2010/main" val="277743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Retrospect">
  <a:themeElements>
    <a:clrScheme name="Custom 7">
      <a:dk1>
        <a:srgbClr val="373545"/>
      </a:dk1>
      <a:lt1>
        <a:srgbClr val="FFFFFF"/>
      </a:lt1>
      <a:dk2>
        <a:srgbClr val="373545"/>
      </a:dk2>
      <a:lt2>
        <a:srgbClr val="DCD8DC"/>
      </a:lt2>
      <a:accent1>
        <a:srgbClr val="1D8A79"/>
      </a:accent1>
      <a:accent2>
        <a:srgbClr val="0E6F63"/>
      </a:accent2>
      <a:accent3>
        <a:srgbClr val="4E7817"/>
      </a:accent3>
      <a:accent4>
        <a:srgbClr val="E27C5C"/>
      </a:accent4>
      <a:accent5>
        <a:srgbClr val="84ACB6"/>
      </a:accent5>
      <a:accent6>
        <a:srgbClr val="6F8183"/>
      </a:accent6>
      <a:hlink>
        <a:srgbClr val="69A020"/>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85</TotalTime>
  <Words>426</Words>
  <Application>Microsoft Office PowerPoint</Application>
  <PresentationFormat>Widescreen</PresentationFormat>
  <Paragraphs>33</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Calibri</vt:lpstr>
      <vt:lpstr>Calibri Light</vt:lpstr>
      <vt:lpstr>Retrospect</vt:lpstr>
      <vt:lpstr>Portfolio Case Study</vt:lpstr>
      <vt:lpstr>Contents</vt:lpstr>
      <vt:lpstr>Problem outline</vt:lpstr>
      <vt:lpstr>Current Portfolio Characteristics </vt:lpstr>
      <vt:lpstr>PowerPoint Presentation</vt:lpstr>
      <vt:lpstr>Current Risk Drivers</vt:lpstr>
      <vt:lpstr>PowerPoint Presentation</vt:lpstr>
      <vt:lpstr>Portfolio Return Analysis</vt:lpstr>
      <vt:lpstr>PowerPoint Presentation</vt:lpstr>
      <vt:lpstr>Exposures over time</vt:lpstr>
      <vt:lpstr>Return Attribution</vt:lpstr>
      <vt:lpstr>Attribution continued</vt:lpstr>
      <vt:lpstr>Share Attribution</vt:lpstr>
      <vt:lpstr>Return attribution Comments</vt:lpstr>
      <vt:lpstr>Risk Analysis</vt:lpstr>
      <vt:lpstr>Beta analysis</vt:lpstr>
      <vt:lpstr>Risk attribution</vt:lpstr>
      <vt:lpstr>ESG analysis</vt:lpstr>
      <vt:lpstr>PowerPoint Presentation</vt:lpstr>
      <vt:lpstr>Closing remarks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De Clercq</dc:creator>
  <cp:lastModifiedBy>Nicholas De Clercq</cp:lastModifiedBy>
  <cp:revision>1</cp:revision>
  <dcterms:created xsi:type="dcterms:W3CDTF">2025-11-03T16:50:39Z</dcterms:created>
  <dcterms:modified xsi:type="dcterms:W3CDTF">2025-11-05T06:10:15Z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d164be7-03a2-4291-9ff5-d26186382e5b_Enabled">
    <vt:lpwstr>true</vt:lpwstr>
  </property>
  <property fmtid="{D5CDD505-2E9C-101B-9397-08002B2CF9AE}" pid="3" name="MSIP_Label_1d164be7-03a2-4291-9ff5-d26186382e5b_SetDate">
    <vt:lpwstr>2025-11-03T16:51:07Z</vt:lpwstr>
  </property>
  <property fmtid="{D5CDD505-2E9C-101B-9397-08002B2CF9AE}" pid="4" name="MSIP_Label_1d164be7-03a2-4291-9ff5-d26186382e5b_Method">
    <vt:lpwstr>Standard</vt:lpwstr>
  </property>
  <property fmtid="{D5CDD505-2E9C-101B-9397-08002B2CF9AE}" pid="5" name="MSIP_Label_1d164be7-03a2-4291-9ff5-d26186382e5b_Name">
    <vt:lpwstr>General</vt:lpwstr>
  </property>
  <property fmtid="{D5CDD505-2E9C-101B-9397-08002B2CF9AE}" pid="6" name="MSIP_Label_1d164be7-03a2-4291-9ff5-d26186382e5b_SiteId">
    <vt:lpwstr>5e097b4a-acc6-4c11-8233-96ef54c26c08</vt:lpwstr>
  </property>
  <property fmtid="{D5CDD505-2E9C-101B-9397-08002B2CF9AE}" pid="7" name="MSIP_Label_1d164be7-03a2-4291-9ff5-d26186382e5b_ActionId">
    <vt:lpwstr>fddec8d9-95a6-486c-b305-6fa7ca82581e</vt:lpwstr>
  </property>
  <property fmtid="{D5CDD505-2E9C-101B-9397-08002B2CF9AE}" pid="8" name="MSIP_Label_1d164be7-03a2-4291-9ff5-d26186382e5b_ContentBits">
    <vt:lpwstr>0</vt:lpwstr>
  </property>
  <property fmtid="{D5CDD505-2E9C-101B-9397-08002B2CF9AE}" pid="9" name="MSIP_Label_1d164be7-03a2-4291-9ff5-d26186382e5b_Tag">
    <vt:lpwstr>10, 3, 0, 1</vt:lpwstr>
  </property>
</Properties>
</file>