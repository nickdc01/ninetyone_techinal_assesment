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sldIdLst>
    <p:sldId id="256" r:id="rId2"/>
    <p:sldId id="258" r:id="rId3"/>
    <p:sldId id="259" r:id="rId4"/>
    <p:sldId id="257"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078F757-7E21-4019-8B11-05283F324DC7}" v="12" dt="2025-11-03T17:13:50.2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9" d="100"/>
          <a:sy n="59" d="100"/>
        </p:scale>
        <p:origin x="68"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holas De Clercq" userId="9c31a129-d0fa-4972-9ded-5cd4a28ff5d8" providerId="ADAL" clId="{4440E78D-6615-47E0-9AC6-B71C33F44C65}"/>
    <pc:docChg chg="undo custSel mod addSld delSld modSld">
      <pc:chgData name="Nicholas De Clercq" userId="9c31a129-d0fa-4972-9ded-5cd4a28ff5d8" providerId="ADAL" clId="{4440E78D-6615-47E0-9AC6-B71C33F44C65}" dt="2025-11-03T17:18:39.238" v="1061" actId="20577"/>
      <pc:docMkLst>
        <pc:docMk/>
      </pc:docMkLst>
      <pc:sldChg chg="modSp new mod">
        <pc:chgData name="Nicholas De Clercq" userId="9c31a129-d0fa-4972-9ded-5cd4a28ff5d8" providerId="ADAL" clId="{4440E78D-6615-47E0-9AC6-B71C33F44C65}" dt="2025-11-03T16:53:55.416" v="56" actId="20577"/>
        <pc:sldMkLst>
          <pc:docMk/>
          <pc:sldMk cId="389394611" sldId="256"/>
        </pc:sldMkLst>
        <pc:spChg chg="mod">
          <ac:chgData name="Nicholas De Clercq" userId="9c31a129-d0fa-4972-9ded-5cd4a28ff5d8" providerId="ADAL" clId="{4440E78D-6615-47E0-9AC6-B71C33F44C65}" dt="2025-11-03T16:53:46.063" v="32" actId="20577"/>
          <ac:spMkLst>
            <pc:docMk/>
            <pc:sldMk cId="389394611" sldId="256"/>
            <ac:spMk id="2" creationId="{7F5707B0-23C3-678F-F50A-E4342DDD6637}"/>
          </ac:spMkLst>
        </pc:spChg>
        <pc:spChg chg="mod">
          <ac:chgData name="Nicholas De Clercq" userId="9c31a129-d0fa-4972-9ded-5cd4a28ff5d8" providerId="ADAL" clId="{4440E78D-6615-47E0-9AC6-B71C33F44C65}" dt="2025-11-03T16:53:55.416" v="56" actId="20577"/>
          <ac:spMkLst>
            <pc:docMk/>
            <pc:sldMk cId="389394611" sldId="256"/>
            <ac:spMk id="3" creationId="{0EBCF3B8-2649-CAB3-5291-60C3B7FD76B7}"/>
          </ac:spMkLst>
        </pc:spChg>
      </pc:sldChg>
      <pc:sldChg chg="addSp delSp modSp new mod">
        <pc:chgData name="Nicholas De Clercq" userId="9c31a129-d0fa-4972-9ded-5cd4a28ff5d8" providerId="ADAL" clId="{4440E78D-6615-47E0-9AC6-B71C33F44C65}" dt="2025-11-03T17:06:41.671" v="523" actId="1076"/>
        <pc:sldMkLst>
          <pc:docMk/>
          <pc:sldMk cId="13241881" sldId="257"/>
        </pc:sldMkLst>
        <pc:spChg chg="mod">
          <ac:chgData name="Nicholas De Clercq" userId="9c31a129-d0fa-4972-9ded-5cd4a28ff5d8" providerId="ADAL" clId="{4440E78D-6615-47E0-9AC6-B71C33F44C65}" dt="2025-11-03T17:06:13.594" v="515" actId="20577"/>
          <ac:spMkLst>
            <pc:docMk/>
            <pc:sldMk cId="13241881" sldId="257"/>
            <ac:spMk id="2" creationId="{D03A5681-4A00-8D4B-D22A-C2E89FB1A522}"/>
          </ac:spMkLst>
        </pc:spChg>
        <pc:spChg chg="del">
          <ac:chgData name="Nicholas De Clercq" userId="9c31a129-d0fa-4972-9ded-5cd4a28ff5d8" providerId="ADAL" clId="{4440E78D-6615-47E0-9AC6-B71C33F44C65}" dt="2025-11-03T17:05:22.243" v="497" actId="22"/>
          <ac:spMkLst>
            <pc:docMk/>
            <pc:sldMk cId="13241881" sldId="257"/>
            <ac:spMk id="3" creationId="{CA29E78A-CD8D-F352-0660-BC792E031931}"/>
          </ac:spMkLst>
        </pc:spChg>
        <pc:spChg chg="del">
          <ac:chgData name="Nicholas De Clercq" userId="9c31a129-d0fa-4972-9ded-5cd4a28ff5d8" providerId="ADAL" clId="{4440E78D-6615-47E0-9AC6-B71C33F44C65}" dt="2025-11-03T17:05:37.058" v="498" actId="22"/>
          <ac:spMkLst>
            <pc:docMk/>
            <pc:sldMk cId="13241881" sldId="257"/>
            <ac:spMk id="4" creationId="{74A1B727-BDF8-9212-E6BD-89909B04ACF3}"/>
          </ac:spMkLst>
        </pc:spChg>
        <pc:picChg chg="add mod ord">
          <ac:chgData name="Nicholas De Clercq" userId="9c31a129-d0fa-4972-9ded-5cd4a28ff5d8" providerId="ADAL" clId="{4440E78D-6615-47E0-9AC6-B71C33F44C65}" dt="2025-11-03T17:06:37.265" v="522" actId="1076"/>
          <ac:picMkLst>
            <pc:docMk/>
            <pc:sldMk cId="13241881" sldId="257"/>
            <ac:picMk id="6" creationId="{6F8573BF-AC07-D49E-A34C-D5F3DF60295F}"/>
          </ac:picMkLst>
        </pc:picChg>
        <pc:picChg chg="add mod ord">
          <ac:chgData name="Nicholas De Clercq" userId="9c31a129-d0fa-4972-9ded-5cd4a28ff5d8" providerId="ADAL" clId="{4440E78D-6615-47E0-9AC6-B71C33F44C65}" dt="2025-11-03T17:06:41.671" v="523" actId="1076"/>
          <ac:picMkLst>
            <pc:docMk/>
            <pc:sldMk cId="13241881" sldId="257"/>
            <ac:picMk id="8" creationId="{62A885B9-5B42-1414-EB8B-AFB58F5AF1A7}"/>
          </ac:picMkLst>
        </pc:picChg>
      </pc:sldChg>
      <pc:sldChg chg="modSp new mod">
        <pc:chgData name="Nicholas De Clercq" userId="9c31a129-d0fa-4972-9ded-5cd4a28ff5d8" providerId="ADAL" clId="{4440E78D-6615-47E0-9AC6-B71C33F44C65}" dt="2025-11-03T16:58:44.034" v="197" actId="20577"/>
        <pc:sldMkLst>
          <pc:docMk/>
          <pc:sldMk cId="4065191673" sldId="258"/>
        </pc:sldMkLst>
        <pc:spChg chg="mod">
          <ac:chgData name="Nicholas De Clercq" userId="9c31a129-d0fa-4972-9ded-5cd4a28ff5d8" providerId="ADAL" clId="{4440E78D-6615-47E0-9AC6-B71C33F44C65}" dt="2025-11-03T16:57:26.960" v="66" actId="20577"/>
          <ac:spMkLst>
            <pc:docMk/>
            <pc:sldMk cId="4065191673" sldId="258"/>
            <ac:spMk id="2" creationId="{7C43A6D0-BBE8-E3A0-CFCD-D4D3FA2CFD63}"/>
          </ac:spMkLst>
        </pc:spChg>
        <pc:spChg chg="mod">
          <ac:chgData name="Nicholas De Clercq" userId="9c31a129-d0fa-4972-9ded-5cd4a28ff5d8" providerId="ADAL" clId="{4440E78D-6615-47E0-9AC6-B71C33F44C65}" dt="2025-11-03T16:58:44.034" v="197" actId="20577"/>
          <ac:spMkLst>
            <pc:docMk/>
            <pc:sldMk cId="4065191673" sldId="258"/>
            <ac:spMk id="3" creationId="{B4F3A8BE-0999-DF73-11EA-ED7341679DF5}"/>
          </ac:spMkLst>
        </pc:spChg>
      </pc:sldChg>
      <pc:sldChg chg="modSp new mod">
        <pc:chgData name="Nicholas De Clercq" userId="9c31a129-d0fa-4972-9ded-5cd4a28ff5d8" providerId="ADAL" clId="{4440E78D-6615-47E0-9AC6-B71C33F44C65}" dt="2025-11-03T17:04:36.045" v="459" actId="255"/>
        <pc:sldMkLst>
          <pc:docMk/>
          <pc:sldMk cId="1628709882" sldId="259"/>
        </pc:sldMkLst>
        <pc:spChg chg="mod">
          <ac:chgData name="Nicholas De Clercq" userId="9c31a129-d0fa-4972-9ded-5cd4a28ff5d8" providerId="ADAL" clId="{4440E78D-6615-47E0-9AC6-B71C33F44C65}" dt="2025-11-03T17:03:16.115" v="220" actId="20577"/>
          <ac:spMkLst>
            <pc:docMk/>
            <pc:sldMk cId="1628709882" sldId="259"/>
            <ac:spMk id="2" creationId="{24322A72-F8D3-ADDD-8EC2-5E6B17C1F614}"/>
          </ac:spMkLst>
        </pc:spChg>
        <pc:spChg chg="mod">
          <ac:chgData name="Nicholas De Clercq" userId="9c31a129-d0fa-4972-9ded-5cd4a28ff5d8" providerId="ADAL" clId="{4440E78D-6615-47E0-9AC6-B71C33F44C65}" dt="2025-11-03T17:04:36.045" v="459" actId="255"/>
          <ac:spMkLst>
            <pc:docMk/>
            <pc:sldMk cId="1628709882" sldId="259"/>
            <ac:spMk id="3" creationId="{51033F33-6E53-8D90-6C9D-3815CBD682BF}"/>
          </ac:spMkLst>
        </pc:spChg>
      </pc:sldChg>
      <pc:sldChg chg="addSp delSp modSp new mod setBg">
        <pc:chgData name="Nicholas De Clercq" userId="9c31a129-d0fa-4972-9ded-5cd4a28ff5d8" providerId="ADAL" clId="{4440E78D-6615-47E0-9AC6-B71C33F44C65}" dt="2025-11-03T17:09:35.909" v="885" actId="20577"/>
        <pc:sldMkLst>
          <pc:docMk/>
          <pc:sldMk cId="1827103838" sldId="260"/>
        </pc:sldMkLst>
        <pc:spChg chg="del">
          <ac:chgData name="Nicholas De Clercq" userId="9c31a129-d0fa-4972-9ded-5cd4a28ff5d8" providerId="ADAL" clId="{4440E78D-6615-47E0-9AC6-B71C33F44C65}" dt="2025-11-03T17:07:49.031" v="535" actId="478"/>
          <ac:spMkLst>
            <pc:docMk/>
            <pc:sldMk cId="1827103838" sldId="260"/>
            <ac:spMk id="2" creationId="{E1C844CC-9416-8537-2F65-EC8D559D4DDF}"/>
          </ac:spMkLst>
        </pc:spChg>
        <pc:spChg chg="del">
          <ac:chgData name="Nicholas De Clercq" userId="9c31a129-d0fa-4972-9ded-5cd4a28ff5d8" providerId="ADAL" clId="{4440E78D-6615-47E0-9AC6-B71C33F44C65}" dt="2025-11-03T17:07:37.976" v="533" actId="22"/>
          <ac:spMkLst>
            <pc:docMk/>
            <pc:sldMk cId="1827103838" sldId="260"/>
            <ac:spMk id="3" creationId="{2E49ED47-7358-FCB3-A9B3-6C4BFB5F4BA1}"/>
          </ac:spMkLst>
        </pc:spChg>
        <pc:spChg chg="mod">
          <ac:chgData name="Nicholas De Clercq" userId="9c31a129-d0fa-4972-9ded-5cd4a28ff5d8" providerId="ADAL" clId="{4440E78D-6615-47E0-9AC6-B71C33F44C65}" dt="2025-11-03T17:09:35.909" v="885" actId="20577"/>
          <ac:spMkLst>
            <pc:docMk/>
            <pc:sldMk cId="1827103838" sldId="260"/>
            <ac:spMk id="4" creationId="{8B96F322-4750-4617-6798-4DBC2A96A0A2}"/>
          </ac:spMkLst>
        </pc:spChg>
        <pc:spChg chg="add">
          <ac:chgData name="Nicholas De Clercq" userId="9c31a129-d0fa-4972-9ded-5cd4a28ff5d8" providerId="ADAL" clId="{4440E78D-6615-47E0-9AC6-B71C33F44C65}" dt="2025-11-03T17:08:39.505" v="655" actId="26606"/>
          <ac:spMkLst>
            <pc:docMk/>
            <pc:sldMk cId="1827103838" sldId="260"/>
            <ac:spMk id="11" creationId="{7D379150-F6B4-45C8-BE10-6B278AD400EB}"/>
          </ac:spMkLst>
        </pc:spChg>
        <pc:spChg chg="add">
          <ac:chgData name="Nicholas De Clercq" userId="9c31a129-d0fa-4972-9ded-5cd4a28ff5d8" providerId="ADAL" clId="{4440E78D-6615-47E0-9AC6-B71C33F44C65}" dt="2025-11-03T17:08:39.505" v="655" actId="26606"/>
          <ac:spMkLst>
            <pc:docMk/>
            <pc:sldMk cId="1827103838" sldId="260"/>
            <ac:spMk id="13" creationId="{5FFCF544-A370-4A5D-A95F-CA6E0E7191E6}"/>
          </ac:spMkLst>
        </pc:spChg>
        <pc:spChg chg="add">
          <ac:chgData name="Nicholas De Clercq" userId="9c31a129-d0fa-4972-9ded-5cd4a28ff5d8" providerId="ADAL" clId="{4440E78D-6615-47E0-9AC6-B71C33F44C65}" dt="2025-11-03T17:08:39.505" v="655" actId="26606"/>
          <ac:spMkLst>
            <pc:docMk/>
            <pc:sldMk cId="1827103838" sldId="260"/>
            <ac:spMk id="17" creationId="{44CC594A-A820-450F-B363-C19201FCFEC6}"/>
          </ac:spMkLst>
        </pc:spChg>
        <pc:spChg chg="add">
          <ac:chgData name="Nicholas De Clercq" userId="9c31a129-d0fa-4972-9ded-5cd4a28ff5d8" providerId="ADAL" clId="{4440E78D-6615-47E0-9AC6-B71C33F44C65}" dt="2025-11-03T17:08:39.505" v="655" actId="26606"/>
          <ac:spMkLst>
            <pc:docMk/>
            <pc:sldMk cId="1827103838" sldId="260"/>
            <ac:spMk id="19" creationId="{59FAB3DA-E9ED-4574-ABCC-378BC0FF1BBC}"/>
          </ac:spMkLst>
        </pc:spChg>
        <pc:spChg chg="add">
          <ac:chgData name="Nicholas De Clercq" userId="9c31a129-d0fa-4972-9ded-5cd4a28ff5d8" providerId="ADAL" clId="{4440E78D-6615-47E0-9AC6-B71C33F44C65}" dt="2025-11-03T17:08:39.505" v="655" actId="26606"/>
          <ac:spMkLst>
            <pc:docMk/>
            <pc:sldMk cId="1827103838" sldId="260"/>
            <ac:spMk id="21" creationId="{53B8D6B0-55D6-48DC-86D8-FD95D5F118AB}"/>
          </ac:spMkLst>
        </pc:spChg>
        <pc:picChg chg="add mod ord">
          <ac:chgData name="Nicholas De Clercq" userId="9c31a129-d0fa-4972-9ded-5cd4a28ff5d8" providerId="ADAL" clId="{4440E78D-6615-47E0-9AC6-B71C33F44C65}" dt="2025-11-03T17:08:39.505" v="655" actId="26606"/>
          <ac:picMkLst>
            <pc:docMk/>
            <pc:sldMk cId="1827103838" sldId="260"/>
            <ac:picMk id="6" creationId="{0ABF964F-6A6E-5C4E-8E63-68AE573BEDC8}"/>
          </ac:picMkLst>
        </pc:picChg>
        <pc:cxnChg chg="add">
          <ac:chgData name="Nicholas De Clercq" userId="9c31a129-d0fa-4972-9ded-5cd4a28ff5d8" providerId="ADAL" clId="{4440E78D-6615-47E0-9AC6-B71C33F44C65}" dt="2025-11-03T17:08:39.505" v="655" actId="26606"/>
          <ac:cxnSpMkLst>
            <pc:docMk/>
            <pc:sldMk cId="1827103838" sldId="260"/>
            <ac:cxnSpMk id="15" creationId="{6EEB3B97-A638-498B-8083-54191CE71E01}"/>
          </ac:cxnSpMkLst>
        </pc:cxnChg>
      </pc:sldChg>
      <pc:sldChg chg="addSp modSp new del mod">
        <pc:chgData name="Nicholas De Clercq" userId="9c31a129-d0fa-4972-9ded-5cd4a28ff5d8" providerId="ADAL" clId="{4440E78D-6615-47E0-9AC6-B71C33F44C65}" dt="2025-11-03T17:07:21.854" v="529" actId="47"/>
        <pc:sldMkLst>
          <pc:docMk/>
          <pc:sldMk cId="3498824336" sldId="260"/>
        </pc:sldMkLst>
        <pc:picChg chg="add mod">
          <ac:chgData name="Nicholas De Clercq" userId="9c31a129-d0fa-4972-9ded-5cd4a28ff5d8" providerId="ADAL" clId="{4440E78D-6615-47E0-9AC6-B71C33F44C65}" dt="2025-11-03T17:07:19.870" v="528" actId="14100"/>
          <ac:picMkLst>
            <pc:docMk/>
            <pc:sldMk cId="3498824336" sldId="260"/>
            <ac:picMk id="3" creationId="{7B39AD24-2D31-4C0D-B177-0B2DA77F6D61}"/>
          </ac:picMkLst>
        </pc:picChg>
      </pc:sldChg>
      <pc:sldChg chg="new del">
        <pc:chgData name="Nicholas De Clercq" userId="9c31a129-d0fa-4972-9ded-5cd4a28ff5d8" providerId="ADAL" clId="{4440E78D-6615-47E0-9AC6-B71C33F44C65}" dt="2025-11-03T17:07:31.863" v="531" actId="680"/>
        <pc:sldMkLst>
          <pc:docMk/>
          <pc:sldMk cId="3890010430" sldId="260"/>
        </pc:sldMkLst>
      </pc:sldChg>
      <pc:sldChg chg="addSp delSp modSp new mod setBg">
        <pc:chgData name="Nicholas De Clercq" userId="9c31a129-d0fa-4972-9ded-5cd4a28ff5d8" providerId="ADAL" clId="{4440E78D-6615-47E0-9AC6-B71C33F44C65}" dt="2025-11-03T17:16:26.038" v="916" actId="26606"/>
        <pc:sldMkLst>
          <pc:docMk/>
          <pc:sldMk cId="1548242637" sldId="261"/>
        </pc:sldMkLst>
        <pc:spChg chg="mod">
          <ac:chgData name="Nicholas De Clercq" userId="9c31a129-d0fa-4972-9ded-5cd4a28ff5d8" providerId="ADAL" clId="{4440E78D-6615-47E0-9AC6-B71C33F44C65}" dt="2025-11-03T17:16:26.038" v="916" actId="26606"/>
          <ac:spMkLst>
            <pc:docMk/>
            <pc:sldMk cId="1548242637" sldId="261"/>
            <ac:spMk id="2" creationId="{7B9483A1-B191-8922-4173-35C4708006C6}"/>
          </ac:spMkLst>
        </pc:spChg>
        <pc:spChg chg="del">
          <ac:chgData name="Nicholas De Clercq" userId="9c31a129-d0fa-4972-9ded-5cd4a28ff5d8" providerId="ADAL" clId="{4440E78D-6615-47E0-9AC6-B71C33F44C65}" dt="2025-11-03T17:15:58.557" v="907" actId="22"/>
          <ac:spMkLst>
            <pc:docMk/>
            <pc:sldMk cId="1548242637" sldId="261"/>
            <ac:spMk id="3" creationId="{6B9F8776-F3D2-D45B-DDC0-7F338A1E6E98}"/>
          </ac:spMkLst>
        </pc:spChg>
        <pc:spChg chg="del">
          <ac:chgData name="Nicholas De Clercq" userId="9c31a129-d0fa-4972-9ded-5cd4a28ff5d8" providerId="ADAL" clId="{4440E78D-6615-47E0-9AC6-B71C33F44C65}" dt="2025-11-03T17:16:16.200" v="911" actId="22"/>
          <ac:spMkLst>
            <pc:docMk/>
            <pc:sldMk cId="1548242637" sldId="261"/>
            <ac:spMk id="4" creationId="{2459CAE9-55D2-4C40-5B35-4DB61B159A55}"/>
          </ac:spMkLst>
        </pc:spChg>
        <pc:spChg chg="add del">
          <ac:chgData name="Nicholas De Clercq" userId="9c31a129-d0fa-4972-9ded-5cd4a28ff5d8" providerId="ADAL" clId="{4440E78D-6615-47E0-9AC6-B71C33F44C65}" dt="2025-11-03T17:16:24.791" v="914" actId="26606"/>
          <ac:spMkLst>
            <pc:docMk/>
            <pc:sldMk cId="1548242637" sldId="261"/>
            <ac:spMk id="13" creationId="{BB2B8762-61F0-4F1B-9364-D633EE9D6AF5}"/>
          </ac:spMkLst>
        </pc:spChg>
        <pc:spChg chg="add del">
          <ac:chgData name="Nicholas De Clercq" userId="9c31a129-d0fa-4972-9ded-5cd4a28ff5d8" providerId="ADAL" clId="{4440E78D-6615-47E0-9AC6-B71C33F44C65}" dt="2025-11-03T17:16:24.791" v="914" actId="26606"/>
          <ac:spMkLst>
            <pc:docMk/>
            <pc:sldMk cId="1548242637" sldId="261"/>
            <ac:spMk id="15" creationId="{E97675C8-1328-460C-9EBF-6B446B67EAD3}"/>
          </ac:spMkLst>
        </pc:spChg>
        <pc:spChg chg="add del">
          <ac:chgData name="Nicholas De Clercq" userId="9c31a129-d0fa-4972-9ded-5cd4a28ff5d8" providerId="ADAL" clId="{4440E78D-6615-47E0-9AC6-B71C33F44C65}" dt="2025-11-03T17:16:24.791" v="914" actId="26606"/>
          <ac:spMkLst>
            <pc:docMk/>
            <pc:sldMk cId="1548242637" sldId="261"/>
            <ac:spMk id="19" creationId="{2AD83CFE-1CA3-4832-A4B9-C48CD1347C03}"/>
          </ac:spMkLst>
        </pc:spChg>
        <pc:spChg chg="add del">
          <ac:chgData name="Nicholas De Clercq" userId="9c31a129-d0fa-4972-9ded-5cd4a28ff5d8" providerId="ADAL" clId="{4440E78D-6615-47E0-9AC6-B71C33F44C65}" dt="2025-11-03T17:16:24.791" v="914" actId="26606"/>
          <ac:spMkLst>
            <pc:docMk/>
            <pc:sldMk cId="1548242637" sldId="261"/>
            <ac:spMk id="21" creationId="{BC98641C-7F74-435D-996F-A4387A3C3C26}"/>
          </ac:spMkLst>
        </pc:spChg>
        <pc:spChg chg="add del">
          <ac:chgData name="Nicholas De Clercq" userId="9c31a129-d0fa-4972-9ded-5cd4a28ff5d8" providerId="ADAL" clId="{4440E78D-6615-47E0-9AC6-B71C33F44C65}" dt="2025-11-03T17:16:24.791" v="914" actId="26606"/>
          <ac:spMkLst>
            <pc:docMk/>
            <pc:sldMk cId="1548242637" sldId="261"/>
            <ac:spMk id="23" creationId="{F530C0F6-C8DF-4539-B30C-8105DB618C20}"/>
          </ac:spMkLst>
        </pc:spChg>
        <pc:spChg chg="add del">
          <ac:chgData name="Nicholas De Clercq" userId="9c31a129-d0fa-4972-9ded-5cd4a28ff5d8" providerId="ADAL" clId="{4440E78D-6615-47E0-9AC6-B71C33F44C65}" dt="2025-11-03T17:16:24.791" v="914" actId="26606"/>
          <ac:spMkLst>
            <pc:docMk/>
            <pc:sldMk cId="1548242637" sldId="261"/>
            <ac:spMk id="25" creationId="{BAE51241-AA8B-4B82-9C59-6738DB85674C}"/>
          </ac:spMkLst>
        </pc:spChg>
        <pc:spChg chg="add del">
          <ac:chgData name="Nicholas De Clercq" userId="9c31a129-d0fa-4972-9ded-5cd4a28ff5d8" providerId="ADAL" clId="{4440E78D-6615-47E0-9AC6-B71C33F44C65}" dt="2025-11-03T17:16:26.038" v="916" actId="26606"/>
          <ac:spMkLst>
            <pc:docMk/>
            <pc:sldMk cId="1548242637" sldId="261"/>
            <ac:spMk id="27" creationId="{07BDDC51-8BB2-42BE-8EA8-39B3E9AC1EF6}"/>
          </ac:spMkLst>
        </pc:spChg>
        <pc:spChg chg="add del">
          <ac:chgData name="Nicholas De Clercq" userId="9c31a129-d0fa-4972-9ded-5cd4a28ff5d8" providerId="ADAL" clId="{4440E78D-6615-47E0-9AC6-B71C33F44C65}" dt="2025-11-03T17:16:26.038" v="916" actId="26606"/>
          <ac:spMkLst>
            <pc:docMk/>
            <pc:sldMk cId="1548242637" sldId="261"/>
            <ac:spMk id="28" creationId="{BB2B8762-61F0-4F1B-9364-D633EE9D6AF5}"/>
          </ac:spMkLst>
        </pc:spChg>
        <pc:spChg chg="add del">
          <ac:chgData name="Nicholas De Clercq" userId="9c31a129-d0fa-4972-9ded-5cd4a28ff5d8" providerId="ADAL" clId="{4440E78D-6615-47E0-9AC6-B71C33F44C65}" dt="2025-11-03T17:16:26.038" v="916" actId="26606"/>
          <ac:spMkLst>
            <pc:docMk/>
            <pc:sldMk cId="1548242637" sldId="261"/>
            <ac:spMk id="29" creationId="{E97675C8-1328-460C-9EBF-6B446B67EAD3}"/>
          </ac:spMkLst>
        </pc:spChg>
        <pc:spChg chg="add del">
          <ac:chgData name="Nicholas De Clercq" userId="9c31a129-d0fa-4972-9ded-5cd4a28ff5d8" providerId="ADAL" clId="{4440E78D-6615-47E0-9AC6-B71C33F44C65}" dt="2025-11-03T17:16:26.038" v="916" actId="26606"/>
          <ac:spMkLst>
            <pc:docMk/>
            <pc:sldMk cId="1548242637" sldId="261"/>
            <ac:spMk id="31" creationId="{C6417104-D4C1-4710-9982-2154A7F48492}"/>
          </ac:spMkLst>
        </pc:spChg>
        <pc:spChg chg="add del">
          <ac:chgData name="Nicholas De Clercq" userId="9c31a129-d0fa-4972-9ded-5cd4a28ff5d8" providerId="ADAL" clId="{4440E78D-6615-47E0-9AC6-B71C33F44C65}" dt="2025-11-03T17:16:26.038" v="916" actId="26606"/>
          <ac:spMkLst>
            <pc:docMk/>
            <pc:sldMk cId="1548242637" sldId="261"/>
            <ac:spMk id="32" creationId="{626F1402-2DEC-4071-84AF-350C7BF00D43}"/>
          </ac:spMkLst>
        </pc:spChg>
        <pc:spChg chg="add del">
          <ac:chgData name="Nicholas De Clercq" userId="9c31a129-d0fa-4972-9ded-5cd4a28ff5d8" providerId="ADAL" clId="{4440E78D-6615-47E0-9AC6-B71C33F44C65}" dt="2025-11-03T17:16:26.038" v="916" actId="26606"/>
          <ac:spMkLst>
            <pc:docMk/>
            <pc:sldMk cId="1548242637" sldId="261"/>
            <ac:spMk id="34" creationId="{DA52A394-10F4-4AA5-90E4-634D1E919DBA}"/>
          </ac:spMkLst>
        </pc:spChg>
        <pc:picChg chg="add mod ord">
          <ac:chgData name="Nicholas De Clercq" userId="9c31a129-d0fa-4972-9ded-5cd4a28ff5d8" providerId="ADAL" clId="{4440E78D-6615-47E0-9AC6-B71C33F44C65}" dt="2025-11-03T17:16:26.038" v="916" actId="26606"/>
          <ac:picMkLst>
            <pc:docMk/>
            <pc:sldMk cId="1548242637" sldId="261"/>
            <ac:picMk id="6" creationId="{D0A1D0BC-DE61-3E3A-6EB8-B1B64F32DDD0}"/>
          </ac:picMkLst>
        </pc:picChg>
        <pc:picChg chg="add mod ord">
          <ac:chgData name="Nicholas De Clercq" userId="9c31a129-d0fa-4972-9ded-5cd4a28ff5d8" providerId="ADAL" clId="{4440E78D-6615-47E0-9AC6-B71C33F44C65}" dt="2025-11-03T17:16:26.038" v="916" actId="26606"/>
          <ac:picMkLst>
            <pc:docMk/>
            <pc:sldMk cId="1548242637" sldId="261"/>
            <ac:picMk id="8" creationId="{69A47AAC-5676-793F-0C76-EC846EB3D4F9}"/>
          </ac:picMkLst>
        </pc:picChg>
        <pc:cxnChg chg="add del">
          <ac:chgData name="Nicholas De Clercq" userId="9c31a129-d0fa-4972-9ded-5cd4a28ff5d8" providerId="ADAL" clId="{4440E78D-6615-47E0-9AC6-B71C33F44C65}" dt="2025-11-03T17:16:24.791" v="914" actId="26606"/>
          <ac:cxnSpMkLst>
            <pc:docMk/>
            <pc:sldMk cId="1548242637" sldId="261"/>
            <ac:cxnSpMk id="17" creationId="{514EE78B-AF71-4195-A01B-F1165D9233BF}"/>
          </ac:cxnSpMkLst>
        </pc:cxnChg>
        <pc:cxnChg chg="add del">
          <ac:chgData name="Nicholas De Clercq" userId="9c31a129-d0fa-4972-9ded-5cd4a28ff5d8" providerId="ADAL" clId="{4440E78D-6615-47E0-9AC6-B71C33F44C65}" dt="2025-11-03T17:16:26.038" v="916" actId="26606"/>
          <ac:cxnSpMkLst>
            <pc:docMk/>
            <pc:sldMk cId="1548242637" sldId="261"/>
            <ac:cxnSpMk id="33" creationId="{04733B62-1719-4677-A612-CA0AC0AD7482}"/>
          </ac:cxnSpMkLst>
        </pc:cxnChg>
      </pc:sldChg>
      <pc:sldChg chg="addSp delSp modSp new mod">
        <pc:chgData name="Nicholas De Clercq" userId="9c31a129-d0fa-4972-9ded-5cd4a28ff5d8" providerId="ADAL" clId="{4440E78D-6615-47E0-9AC6-B71C33F44C65}" dt="2025-11-03T17:18:39.238" v="1061" actId="20577"/>
        <pc:sldMkLst>
          <pc:docMk/>
          <pc:sldMk cId="571138243" sldId="262"/>
        </pc:sldMkLst>
        <pc:spChg chg="del">
          <ac:chgData name="Nicholas De Clercq" userId="9c31a129-d0fa-4972-9ded-5cd4a28ff5d8" providerId="ADAL" clId="{4440E78D-6615-47E0-9AC6-B71C33F44C65}" dt="2025-11-03T17:16:53.581" v="920" actId="478"/>
          <ac:spMkLst>
            <pc:docMk/>
            <pc:sldMk cId="571138243" sldId="262"/>
            <ac:spMk id="2" creationId="{B711CFB2-D77D-EEB1-6CDF-6BC20B002123}"/>
          </ac:spMkLst>
        </pc:spChg>
        <pc:spChg chg="del">
          <ac:chgData name="Nicholas De Clercq" userId="9c31a129-d0fa-4972-9ded-5cd4a28ff5d8" providerId="ADAL" clId="{4440E78D-6615-47E0-9AC6-B71C33F44C65}" dt="2025-11-03T17:16:48.241" v="918" actId="22"/>
          <ac:spMkLst>
            <pc:docMk/>
            <pc:sldMk cId="571138243" sldId="262"/>
            <ac:spMk id="3" creationId="{E2581F54-44B7-2B71-B39E-CBFA7BCE1EFA}"/>
          </ac:spMkLst>
        </pc:spChg>
        <pc:spChg chg="mod">
          <ac:chgData name="Nicholas De Clercq" userId="9c31a129-d0fa-4972-9ded-5cd4a28ff5d8" providerId="ADAL" clId="{4440E78D-6615-47E0-9AC6-B71C33F44C65}" dt="2025-11-03T17:18:39.238" v="1061" actId="20577"/>
          <ac:spMkLst>
            <pc:docMk/>
            <pc:sldMk cId="571138243" sldId="262"/>
            <ac:spMk id="4" creationId="{F3D5901C-EB5F-3EE3-056E-F7248B463DBD}"/>
          </ac:spMkLst>
        </pc:spChg>
        <pc:picChg chg="add mod ord">
          <ac:chgData name="Nicholas De Clercq" userId="9c31a129-d0fa-4972-9ded-5cd4a28ff5d8" providerId="ADAL" clId="{4440E78D-6615-47E0-9AC6-B71C33F44C65}" dt="2025-11-03T17:16:50.535" v="919" actId="14100"/>
          <ac:picMkLst>
            <pc:docMk/>
            <pc:sldMk cId="571138243" sldId="262"/>
            <ac:picMk id="6" creationId="{FCAD4DDB-7C32-592E-5382-CD6544C6904D}"/>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ZA"/>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ZA"/>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FAC6D3C-8276-49DF-B0C4-D3423B2F10E9}" type="datetimeFigureOut">
              <a:rPr lang="en-ZA" smtClean="0"/>
              <a:t>2025/11/03</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B49A8B07-2BC1-40EF-838E-C9772B4C1B10}" type="slidenum">
              <a:rPr lang="en-ZA" smtClean="0"/>
              <a:t>‹#›</a:t>
            </a:fld>
            <a:endParaRPr lang="en-ZA"/>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74244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FAC6D3C-8276-49DF-B0C4-D3423B2F10E9}" type="datetimeFigureOut">
              <a:rPr lang="en-ZA" smtClean="0"/>
              <a:t>2025/11/03</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B49A8B07-2BC1-40EF-838E-C9772B4C1B10}" type="slidenum">
              <a:rPr lang="en-ZA" smtClean="0"/>
              <a:t>‹#›</a:t>
            </a:fld>
            <a:endParaRPr lang="en-ZA"/>
          </a:p>
        </p:txBody>
      </p:sp>
    </p:spTree>
    <p:extLst>
      <p:ext uri="{BB962C8B-B14F-4D97-AF65-F5344CB8AC3E}">
        <p14:creationId xmlns:p14="http://schemas.microsoft.com/office/powerpoint/2010/main" val="3365004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FAC6D3C-8276-49DF-B0C4-D3423B2F10E9}" type="datetimeFigureOut">
              <a:rPr lang="en-ZA" smtClean="0"/>
              <a:t>2025/11/03</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B49A8B07-2BC1-40EF-838E-C9772B4C1B10}" type="slidenum">
              <a:rPr lang="en-ZA" smtClean="0"/>
              <a:t>‹#›</a:t>
            </a:fld>
            <a:endParaRPr lang="en-ZA"/>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64568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FAC6D3C-8276-49DF-B0C4-D3423B2F10E9}" type="datetimeFigureOut">
              <a:rPr lang="en-ZA" smtClean="0"/>
              <a:t>2025/11/03</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B49A8B07-2BC1-40EF-838E-C9772B4C1B10}" type="slidenum">
              <a:rPr lang="en-ZA" smtClean="0"/>
              <a:t>‹#›</a:t>
            </a:fld>
            <a:endParaRPr lang="en-ZA"/>
          </a:p>
        </p:txBody>
      </p:sp>
    </p:spTree>
    <p:extLst>
      <p:ext uri="{BB962C8B-B14F-4D97-AF65-F5344CB8AC3E}">
        <p14:creationId xmlns:p14="http://schemas.microsoft.com/office/powerpoint/2010/main" val="23954137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FAC6D3C-8276-49DF-B0C4-D3423B2F10E9}" type="datetimeFigureOut">
              <a:rPr lang="en-ZA" smtClean="0"/>
              <a:t>2025/11/03</a:t>
            </a:fld>
            <a:endParaRPr lang="en-ZA"/>
          </a:p>
        </p:txBody>
      </p:sp>
      <p:sp>
        <p:nvSpPr>
          <p:cNvPr id="8" name="Footer Placeholder 7"/>
          <p:cNvSpPr>
            <a:spLocks noGrp="1"/>
          </p:cNvSpPr>
          <p:nvPr>
            <p:ph type="ftr" sz="quarter" idx="11"/>
          </p:nvPr>
        </p:nvSpPr>
        <p:spPr/>
        <p:txBody>
          <a:bodyPr/>
          <a:lstStyle/>
          <a:p>
            <a:endParaRPr lang="en-ZA"/>
          </a:p>
        </p:txBody>
      </p:sp>
      <p:sp>
        <p:nvSpPr>
          <p:cNvPr id="9" name="Slide Number Placeholder 8"/>
          <p:cNvSpPr>
            <a:spLocks noGrp="1"/>
          </p:cNvSpPr>
          <p:nvPr>
            <p:ph type="sldNum" sz="quarter" idx="12"/>
          </p:nvPr>
        </p:nvSpPr>
        <p:spPr/>
        <p:txBody>
          <a:bodyPr/>
          <a:lstStyle/>
          <a:p>
            <a:fld id="{B49A8B07-2BC1-40EF-838E-C9772B4C1B10}" type="slidenum">
              <a:rPr lang="en-ZA" smtClean="0"/>
              <a:t>‹#›</a:t>
            </a:fld>
            <a:endParaRPr lang="en-ZA"/>
          </a:p>
        </p:txBody>
      </p:sp>
    </p:spTree>
    <p:extLst>
      <p:ext uri="{BB962C8B-B14F-4D97-AF65-F5344CB8AC3E}">
        <p14:creationId xmlns:p14="http://schemas.microsoft.com/office/powerpoint/2010/main" val="36574125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FAC6D3C-8276-49DF-B0C4-D3423B2F10E9}" type="datetimeFigureOut">
              <a:rPr lang="en-ZA" smtClean="0"/>
              <a:t>2025/11/03</a:t>
            </a:fld>
            <a:endParaRPr lang="en-ZA"/>
          </a:p>
        </p:txBody>
      </p:sp>
      <p:sp>
        <p:nvSpPr>
          <p:cNvPr id="4" name="Footer Placeholder 3"/>
          <p:cNvSpPr>
            <a:spLocks noGrp="1"/>
          </p:cNvSpPr>
          <p:nvPr>
            <p:ph type="ftr" sz="quarter" idx="11"/>
          </p:nvPr>
        </p:nvSpPr>
        <p:spPr/>
        <p:txBody>
          <a:bodyPr/>
          <a:lstStyle/>
          <a:p>
            <a:endParaRPr lang="en-ZA"/>
          </a:p>
        </p:txBody>
      </p:sp>
      <p:sp>
        <p:nvSpPr>
          <p:cNvPr id="5" name="Slide Number Placeholder 4"/>
          <p:cNvSpPr>
            <a:spLocks noGrp="1"/>
          </p:cNvSpPr>
          <p:nvPr>
            <p:ph type="sldNum" sz="quarter" idx="12"/>
          </p:nvPr>
        </p:nvSpPr>
        <p:spPr/>
        <p:txBody>
          <a:bodyPr/>
          <a:lstStyle/>
          <a:p>
            <a:fld id="{B49A8B07-2BC1-40EF-838E-C9772B4C1B10}" type="slidenum">
              <a:rPr lang="en-ZA" smtClean="0"/>
              <a:t>‹#›</a:t>
            </a:fld>
            <a:endParaRPr lang="en-ZA"/>
          </a:p>
        </p:txBody>
      </p:sp>
    </p:spTree>
    <p:extLst>
      <p:ext uri="{BB962C8B-B14F-4D97-AF65-F5344CB8AC3E}">
        <p14:creationId xmlns:p14="http://schemas.microsoft.com/office/powerpoint/2010/main" val="29217366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AFAC6D3C-8276-49DF-B0C4-D3423B2F10E9}" type="datetimeFigureOut">
              <a:rPr lang="en-ZA" smtClean="0"/>
              <a:t>2025/11/03</a:t>
            </a:fld>
            <a:endParaRPr lang="en-ZA"/>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ZA"/>
          </a:p>
        </p:txBody>
      </p:sp>
      <p:sp>
        <p:nvSpPr>
          <p:cNvPr id="9" name="Slide Number Placeholder 8"/>
          <p:cNvSpPr>
            <a:spLocks noGrp="1"/>
          </p:cNvSpPr>
          <p:nvPr>
            <p:ph type="sldNum" sz="quarter" idx="12"/>
          </p:nvPr>
        </p:nvSpPr>
        <p:spPr/>
        <p:txBody>
          <a:bodyPr/>
          <a:lstStyle/>
          <a:p>
            <a:fld id="{B49A8B07-2BC1-40EF-838E-C9772B4C1B10}" type="slidenum">
              <a:rPr lang="en-ZA" smtClean="0"/>
              <a:t>‹#›</a:t>
            </a:fld>
            <a:endParaRPr lang="en-ZA"/>
          </a:p>
        </p:txBody>
      </p:sp>
    </p:spTree>
    <p:extLst>
      <p:ext uri="{BB962C8B-B14F-4D97-AF65-F5344CB8AC3E}">
        <p14:creationId xmlns:p14="http://schemas.microsoft.com/office/powerpoint/2010/main" val="23546226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AFAC6D3C-8276-49DF-B0C4-D3423B2F10E9}" type="datetimeFigureOut">
              <a:rPr lang="en-ZA" smtClean="0"/>
              <a:t>2025/11/03</a:t>
            </a:fld>
            <a:endParaRPr lang="en-ZA"/>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ZA"/>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B49A8B07-2BC1-40EF-838E-C9772B4C1B10}" type="slidenum">
              <a:rPr lang="en-ZA" smtClean="0"/>
              <a:t>‹#›</a:t>
            </a:fld>
            <a:endParaRPr lang="en-ZA"/>
          </a:p>
        </p:txBody>
      </p:sp>
    </p:spTree>
    <p:extLst>
      <p:ext uri="{BB962C8B-B14F-4D97-AF65-F5344CB8AC3E}">
        <p14:creationId xmlns:p14="http://schemas.microsoft.com/office/powerpoint/2010/main" val="30730079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FAC6D3C-8276-49DF-B0C4-D3423B2F10E9}" type="datetimeFigureOut">
              <a:rPr lang="en-ZA" smtClean="0"/>
              <a:t>2025/11/03</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B49A8B07-2BC1-40EF-838E-C9772B4C1B10}" type="slidenum">
              <a:rPr lang="en-ZA" smtClean="0"/>
              <a:t>‹#›</a:t>
            </a:fld>
            <a:endParaRPr lang="en-ZA"/>
          </a:p>
        </p:txBody>
      </p:sp>
    </p:spTree>
    <p:extLst>
      <p:ext uri="{BB962C8B-B14F-4D97-AF65-F5344CB8AC3E}">
        <p14:creationId xmlns:p14="http://schemas.microsoft.com/office/powerpoint/2010/main" val="33879294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FAC6D3C-8276-49DF-B0C4-D3423B2F10E9}" type="datetimeFigureOut">
              <a:rPr lang="en-ZA" smtClean="0"/>
              <a:t>2025/11/03</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B49A8B07-2BC1-40EF-838E-C9772B4C1B10}" type="slidenum">
              <a:rPr lang="en-ZA" smtClean="0"/>
              <a:t>‹#›</a:t>
            </a:fld>
            <a:endParaRPr lang="en-ZA"/>
          </a:p>
        </p:txBody>
      </p:sp>
    </p:spTree>
    <p:extLst>
      <p:ext uri="{BB962C8B-B14F-4D97-AF65-F5344CB8AC3E}">
        <p14:creationId xmlns:p14="http://schemas.microsoft.com/office/powerpoint/2010/main" val="20578797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FAC6D3C-8276-49DF-B0C4-D3423B2F10E9}" type="datetimeFigureOut">
              <a:rPr lang="en-ZA" smtClean="0"/>
              <a:t>2025/11/03</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B49A8B07-2BC1-40EF-838E-C9772B4C1B10}" type="slidenum">
              <a:rPr lang="en-ZA" smtClean="0"/>
              <a:t>‹#›</a:t>
            </a:fld>
            <a:endParaRPr lang="en-ZA"/>
          </a:p>
        </p:txBody>
      </p:sp>
    </p:spTree>
    <p:extLst>
      <p:ext uri="{BB962C8B-B14F-4D97-AF65-F5344CB8AC3E}">
        <p14:creationId xmlns:p14="http://schemas.microsoft.com/office/powerpoint/2010/main" val="34631646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ZA"/>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ZA"/>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AFAC6D3C-8276-49DF-B0C4-D3423B2F10E9}" type="datetimeFigureOut">
              <a:rPr lang="en-ZA" smtClean="0"/>
              <a:t>2025/11/03</a:t>
            </a:fld>
            <a:endParaRPr lang="en-ZA"/>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ZA"/>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B49A8B07-2BC1-40EF-838E-C9772B4C1B10}" type="slidenum">
              <a:rPr lang="en-ZA" smtClean="0"/>
              <a:t>‹#›</a:t>
            </a:fld>
            <a:endParaRPr lang="en-ZA"/>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5699176"/>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707B0-23C3-678F-F50A-E4342DDD6637}"/>
              </a:ext>
            </a:extLst>
          </p:cNvPr>
          <p:cNvSpPr>
            <a:spLocks noGrp="1"/>
          </p:cNvSpPr>
          <p:nvPr>
            <p:ph type="ctrTitle"/>
          </p:nvPr>
        </p:nvSpPr>
        <p:spPr/>
        <p:txBody>
          <a:bodyPr/>
          <a:lstStyle/>
          <a:p>
            <a:r>
              <a:rPr lang="en-ZA" dirty="0"/>
              <a:t>Risk Analyst Case Study</a:t>
            </a:r>
          </a:p>
        </p:txBody>
      </p:sp>
      <p:sp>
        <p:nvSpPr>
          <p:cNvPr id="3" name="Subtitle 2">
            <a:extLst>
              <a:ext uri="{FF2B5EF4-FFF2-40B4-BE49-F238E27FC236}">
                <a16:creationId xmlns:a16="http://schemas.microsoft.com/office/drawing/2014/main" id="{0EBCF3B8-2649-CAB3-5291-60C3B7FD76B7}"/>
              </a:ext>
            </a:extLst>
          </p:cNvPr>
          <p:cNvSpPr>
            <a:spLocks noGrp="1"/>
          </p:cNvSpPr>
          <p:nvPr>
            <p:ph type="subTitle" idx="1"/>
          </p:nvPr>
        </p:nvSpPr>
        <p:spPr/>
        <p:txBody>
          <a:bodyPr/>
          <a:lstStyle/>
          <a:p>
            <a:r>
              <a:rPr lang="en-ZA" dirty="0"/>
              <a:t>Nicholas de clercq</a:t>
            </a:r>
          </a:p>
        </p:txBody>
      </p:sp>
    </p:spTree>
    <p:extLst>
      <p:ext uri="{BB962C8B-B14F-4D97-AF65-F5344CB8AC3E}">
        <p14:creationId xmlns:p14="http://schemas.microsoft.com/office/powerpoint/2010/main" val="389394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3A6D0-BBE8-E3A0-CFCD-D4D3FA2CFD63}"/>
              </a:ext>
            </a:extLst>
          </p:cNvPr>
          <p:cNvSpPr>
            <a:spLocks noGrp="1"/>
          </p:cNvSpPr>
          <p:nvPr>
            <p:ph type="title"/>
          </p:nvPr>
        </p:nvSpPr>
        <p:spPr/>
        <p:txBody>
          <a:bodyPr/>
          <a:lstStyle/>
          <a:p>
            <a:r>
              <a:rPr lang="en-ZA" dirty="0"/>
              <a:t>Contents</a:t>
            </a:r>
          </a:p>
        </p:txBody>
      </p:sp>
      <p:sp>
        <p:nvSpPr>
          <p:cNvPr id="3" name="Content Placeholder 2">
            <a:extLst>
              <a:ext uri="{FF2B5EF4-FFF2-40B4-BE49-F238E27FC236}">
                <a16:creationId xmlns:a16="http://schemas.microsoft.com/office/drawing/2014/main" id="{B4F3A8BE-0999-DF73-11EA-ED7341679DF5}"/>
              </a:ext>
            </a:extLst>
          </p:cNvPr>
          <p:cNvSpPr>
            <a:spLocks noGrp="1"/>
          </p:cNvSpPr>
          <p:nvPr>
            <p:ph idx="1"/>
          </p:nvPr>
        </p:nvSpPr>
        <p:spPr/>
        <p:txBody>
          <a:bodyPr/>
          <a:lstStyle/>
          <a:p>
            <a:pPr marL="457200" indent="-457200">
              <a:buFont typeface="+mj-lt"/>
              <a:buAutoNum type="arabicPeriod"/>
            </a:pPr>
            <a:r>
              <a:rPr lang="en-ZA" dirty="0"/>
              <a:t>Problem outline</a:t>
            </a:r>
          </a:p>
          <a:p>
            <a:pPr marL="457200" indent="-457200">
              <a:buFont typeface="+mj-lt"/>
              <a:buAutoNum type="arabicPeriod"/>
            </a:pPr>
            <a:r>
              <a:rPr lang="en-ZA" dirty="0"/>
              <a:t>Current portfolio Characteristics</a:t>
            </a:r>
          </a:p>
          <a:p>
            <a:pPr marL="457200" indent="-457200">
              <a:buFont typeface="+mj-lt"/>
              <a:buAutoNum type="arabicPeriod"/>
            </a:pPr>
            <a:r>
              <a:rPr lang="en-ZA" dirty="0"/>
              <a:t>Return analysis</a:t>
            </a:r>
          </a:p>
          <a:p>
            <a:pPr marL="457200" indent="-457200">
              <a:buFont typeface="+mj-lt"/>
              <a:buAutoNum type="arabicPeriod"/>
            </a:pPr>
            <a:r>
              <a:rPr lang="en-ZA" dirty="0"/>
              <a:t>Risk analysis</a:t>
            </a:r>
          </a:p>
          <a:p>
            <a:pPr marL="457200" indent="-457200">
              <a:buFont typeface="+mj-lt"/>
              <a:buAutoNum type="arabicPeriod"/>
            </a:pPr>
            <a:r>
              <a:rPr lang="en-ZA" dirty="0"/>
              <a:t>ESG analysis</a:t>
            </a:r>
          </a:p>
          <a:p>
            <a:pPr marL="457200" indent="-457200">
              <a:buFont typeface="+mj-lt"/>
              <a:buAutoNum type="arabicPeriod"/>
            </a:pPr>
            <a:r>
              <a:rPr lang="en-ZA" dirty="0"/>
              <a:t>Concluding remarks</a:t>
            </a:r>
          </a:p>
        </p:txBody>
      </p:sp>
    </p:spTree>
    <p:extLst>
      <p:ext uri="{BB962C8B-B14F-4D97-AF65-F5344CB8AC3E}">
        <p14:creationId xmlns:p14="http://schemas.microsoft.com/office/powerpoint/2010/main" val="4065191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22A72-F8D3-ADDD-8EC2-5E6B17C1F614}"/>
              </a:ext>
            </a:extLst>
          </p:cNvPr>
          <p:cNvSpPr>
            <a:spLocks noGrp="1"/>
          </p:cNvSpPr>
          <p:nvPr>
            <p:ph type="title"/>
          </p:nvPr>
        </p:nvSpPr>
        <p:spPr/>
        <p:txBody>
          <a:bodyPr/>
          <a:lstStyle/>
          <a:p>
            <a:r>
              <a:rPr lang="en-ZA" dirty="0"/>
              <a:t>Problem outline</a:t>
            </a:r>
          </a:p>
        </p:txBody>
      </p:sp>
      <p:sp>
        <p:nvSpPr>
          <p:cNvPr id="3" name="Content Placeholder 2">
            <a:extLst>
              <a:ext uri="{FF2B5EF4-FFF2-40B4-BE49-F238E27FC236}">
                <a16:creationId xmlns:a16="http://schemas.microsoft.com/office/drawing/2014/main" id="{51033F33-6E53-8D90-6C9D-3815CBD682BF}"/>
              </a:ext>
            </a:extLst>
          </p:cNvPr>
          <p:cNvSpPr>
            <a:spLocks noGrp="1"/>
          </p:cNvSpPr>
          <p:nvPr>
            <p:ph idx="1"/>
          </p:nvPr>
        </p:nvSpPr>
        <p:spPr/>
        <p:txBody>
          <a:bodyPr>
            <a:normAutofit/>
          </a:bodyPr>
          <a:lstStyle/>
          <a:p>
            <a:r>
              <a:rPr lang="en-ZA" sz="2400" dirty="0"/>
              <a:t>This project explore the characteristics, risk dynamics and ESG profile of an equity portfolio provided. All analytics are performed in python with results designed to demonstrate both technical proficiency and interpretive insight.</a:t>
            </a:r>
          </a:p>
        </p:txBody>
      </p:sp>
    </p:spTree>
    <p:extLst>
      <p:ext uri="{BB962C8B-B14F-4D97-AF65-F5344CB8AC3E}">
        <p14:creationId xmlns:p14="http://schemas.microsoft.com/office/powerpoint/2010/main" val="1628709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A5681-4A00-8D4B-D22A-C2E89FB1A522}"/>
              </a:ext>
            </a:extLst>
          </p:cNvPr>
          <p:cNvSpPr>
            <a:spLocks noGrp="1"/>
          </p:cNvSpPr>
          <p:nvPr>
            <p:ph type="title"/>
          </p:nvPr>
        </p:nvSpPr>
        <p:spPr/>
        <p:txBody>
          <a:bodyPr/>
          <a:lstStyle/>
          <a:p>
            <a:r>
              <a:rPr lang="en-ZA" dirty="0"/>
              <a:t>Current Portfolio Characteristics </a:t>
            </a:r>
          </a:p>
        </p:txBody>
      </p:sp>
      <p:pic>
        <p:nvPicPr>
          <p:cNvPr id="6" name="Content Placeholder 5">
            <a:extLst>
              <a:ext uri="{FF2B5EF4-FFF2-40B4-BE49-F238E27FC236}">
                <a16:creationId xmlns:a16="http://schemas.microsoft.com/office/drawing/2014/main" id="{6F8573BF-AC07-D49E-A34C-D5F3DF60295F}"/>
              </a:ext>
            </a:extLst>
          </p:cNvPr>
          <p:cNvPicPr>
            <a:picLocks noGrp="1" noChangeAspect="1"/>
          </p:cNvPicPr>
          <p:nvPr>
            <p:ph sz="half" idx="1"/>
          </p:nvPr>
        </p:nvPicPr>
        <p:blipFill>
          <a:blip r:embed="rId2"/>
          <a:stretch>
            <a:fillRect/>
          </a:stretch>
        </p:blipFill>
        <p:spPr>
          <a:xfrm>
            <a:off x="251277" y="2042665"/>
            <a:ext cx="6019085" cy="2868425"/>
          </a:xfrm>
          <a:prstGeom prst="rect">
            <a:avLst/>
          </a:prstGeom>
        </p:spPr>
      </p:pic>
      <p:pic>
        <p:nvPicPr>
          <p:cNvPr id="8" name="Content Placeholder 7">
            <a:extLst>
              <a:ext uri="{FF2B5EF4-FFF2-40B4-BE49-F238E27FC236}">
                <a16:creationId xmlns:a16="http://schemas.microsoft.com/office/drawing/2014/main" id="{62A885B9-5B42-1414-EB8B-AFB58F5AF1A7}"/>
              </a:ext>
            </a:extLst>
          </p:cNvPr>
          <p:cNvPicPr>
            <a:picLocks noGrp="1" noChangeAspect="1"/>
          </p:cNvPicPr>
          <p:nvPr>
            <p:ph sz="half" idx="2"/>
          </p:nvPr>
        </p:nvPicPr>
        <p:blipFill>
          <a:blip r:embed="rId3"/>
          <a:stretch>
            <a:fillRect/>
          </a:stretch>
        </p:blipFill>
        <p:spPr>
          <a:xfrm>
            <a:off x="6270362" y="2042664"/>
            <a:ext cx="5504418" cy="2868425"/>
          </a:xfrm>
          <a:prstGeom prst="rect">
            <a:avLst/>
          </a:prstGeom>
        </p:spPr>
      </p:pic>
    </p:spTree>
    <p:extLst>
      <p:ext uri="{BB962C8B-B14F-4D97-AF65-F5344CB8AC3E}">
        <p14:creationId xmlns:p14="http://schemas.microsoft.com/office/powerpoint/2010/main" val="132418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D379150-F6B4-45C8-BE10-6B278AD400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ZA"/>
          </a:p>
        </p:txBody>
      </p:sp>
      <p:sp>
        <p:nvSpPr>
          <p:cNvPr id="13" name="Rectangle 12">
            <a:extLst>
              <a:ext uri="{FF2B5EF4-FFF2-40B4-BE49-F238E27FC236}">
                <a16:creationId xmlns:a16="http://schemas.microsoft.com/office/drawing/2014/main" id="{5FFCF544-A370-4A5D-A95F-CA6E0E7191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ZA"/>
          </a:p>
        </p:txBody>
      </p:sp>
      <p:cxnSp>
        <p:nvCxnSpPr>
          <p:cNvPr id="15" name="Straight Connector 14">
            <a:extLst>
              <a:ext uri="{FF2B5EF4-FFF2-40B4-BE49-F238E27FC236}">
                <a16:creationId xmlns:a16="http://schemas.microsoft.com/office/drawing/2014/main" id="{6EEB3B97-A638-498B-8083-54191CE71E0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7" name="Rectangle 16">
            <a:extLst>
              <a:ext uri="{FF2B5EF4-FFF2-40B4-BE49-F238E27FC236}">
                <a16:creationId xmlns:a16="http://schemas.microsoft.com/office/drawing/2014/main" id="{44CC594A-A820-450F-B363-C19201FCFE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9FAB3DA-E9ED-4574-ABCC-378BC0FF1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ZA"/>
          </a:p>
        </p:txBody>
      </p:sp>
      <p:sp>
        <p:nvSpPr>
          <p:cNvPr id="4" name="Content Placeholder 3">
            <a:extLst>
              <a:ext uri="{FF2B5EF4-FFF2-40B4-BE49-F238E27FC236}">
                <a16:creationId xmlns:a16="http://schemas.microsoft.com/office/drawing/2014/main" id="{8B96F322-4750-4617-6798-4DBC2A96A0A2}"/>
              </a:ext>
            </a:extLst>
          </p:cNvPr>
          <p:cNvSpPr>
            <a:spLocks noGrp="1"/>
          </p:cNvSpPr>
          <p:nvPr>
            <p:ph sz="half" idx="2"/>
          </p:nvPr>
        </p:nvSpPr>
        <p:spPr>
          <a:xfrm>
            <a:off x="492371" y="2653800"/>
            <a:ext cx="3084844" cy="3335519"/>
          </a:xfrm>
        </p:spPr>
        <p:txBody>
          <a:bodyPr vert="horz" lIns="0" tIns="45720" rIns="0" bIns="45720" rtlCol="0">
            <a:normAutofit/>
          </a:bodyPr>
          <a:lstStyle/>
          <a:p>
            <a:r>
              <a:rPr lang="en-US" sz="1500" dirty="0">
                <a:solidFill>
                  <a:srgbClr val="FFFFFF"/>
                </a:solidFill>
              </a:rPr>
              <a:t>The portfolio is broadly exposed to both emerging market and developed market economies with the majority coming from emerging market countries such as India and China. This is not atypical for a global fund with focus on the MSCI emerging market index.</a:t>
            </a:r>
          </a:p>
        </p:txBody>
      </p:sp>
      <p:sp>
        <p:nvSpPr>
          <p:cNvPr id="21" name="Rectangle 20">
            <a:extLst>
              <a:ext uri="{FF2B5EF4-FFF2-40B4-BE49-F238E27FC236}">
                <a16:creationId xmlns:a16="http://schemas.microsoft.com/office/drawing/2014/main" id="{53B8D6B0-55D6-48DC-86D8-FD95D5F11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ZA"/>
          </a:p>
        </p:txBody>
      </p:sp>
      <p:pic>
        <p:nvPicPr>
          <p:cNvPr id="6" name="Content Placeholder 5">
            <a:extLst>
              <a:ext uri="{FF2B5EF4-FFF2-40B4-BE49-F238E27FC236}">
                <a16:creationId xmlns:a16="http://schemas.microsoft.com/office/drawing/2014/main" id="{0ABF964F-6A6E-5C4E-8E63-68AE573BEDC8}"/>
              </a:ext>
            </a:extLst>
          </p:cNvPr>
          <p:cNvPicPr>
            <a:picLocks noGrp="1" noChangeAspect="1"/>
          </p:cNvPicPr>
          <p:nvPr>
            <p:ph sz="half" idx="1"/>
          </p:nvPr>
        </p:nvPicPr>
        <p:blipFill>
          <a:blip r:embed="rId2"/>
          <a:stretch>
            <a:fillRect/>
          </a:stretch>
        </p:blipFill>
        <p:spPr>
          <a:xfrm>
            <a:off x="4742017" y="1457557"/>
            <a:ext cx="6798082" cy="3942886"/>
          </a:xfrm>
          <a:prstGeom prst="rect">
            <a:avLst/>
          </a:prstGeom>
        </p:spPr>
      </p:pic>
    </p:spTree>
    <p:extLst>
      <p:ext uri="{BB962C8B-B14F-4D97-AF65-F5344CB8AC3E}">
        <p14:creationId xmlns:p14="http://schemas.microsoft.com/office/powerpoint/2010/main" val="18271038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483A1-B191-8922-4173-35C4708006C6}"/>
              </a:ext>
            </a:extLst>
          </p:cNvPr>
          <p:cNvSpPr>
            <a:spLocks noGrp="1"/>
          </p:cNvSpPr>
          <p:nvPr>
            <p:ph type="title"/>
          </p:nvPr>
        </p:nvSpPr>
        <p:spPr/>
        <p:txBody>
          <a:bodyPr/>
          <a:lstStyle/>
          <a:p>
            <a:r>
              <a:rPr lang="en-ZA"/>
              <a:t>Current Risk Drivers</a:t>
            </a:r>
            <a:endParaRPr lang="en-ZA" dirty="0"/>
          </a:p>
        </p:txBody>
      </p:sp>
      <p:pic>
        <p:nvPicPr>
          <p:cNvPr id="6" name="Content Placeholder 5">
            <a:extLst>
              <a:ext uri="{FF2B5EF4-FFF2-40B4-BE49-F238E27FC236}">
                <a16:creationId xmlns:a16="http://schemas.microsoft.com/office/drawing/2014/main" id="{D0A1D0BC-DE61-3E3A-6EB8-B1B64F32DDD0}"/>
              </a:ext>
            </a:extLst>
          </p:cNvPr>
          <p:cNvPicPr>
            <a:picLocks noGrp="1" noChangeAspect="1"/>
          </p:cNvPicPr>
          <p:nvPr>
            <p:ph sz="half" idx="1"/>
          </p:nvPr>
        </p:nvPicPr>
        <p:blipFill>
          <a:blip r:embed="rId2"/>
          <a:stretch>
            <a:fillRect/>
          </a:stretch>
        </p:blipFill>
        <p:spPr>
          <a:xfrm>
            <a:off x="315664" y="1987250"/>
            <a:ext cx="5780336" cy="3512375"/>
          </a:xfrm>
          <a:prstGeom prst="rect">
            <a:avLst/>
          </a:prstGeom>
        </p:spPr>
      </p:pic>
      <p:pic>
        <p:nvPicPr>
          <p:cNvPr id="8" name="Content Placeholder 7">
            <a:extLst>
              <a:ext uri="{FF2B5EF4-FFF2-40B4-BE49-F238E27FC236}">
                <a16:creationId xmlns:a16="http://schemas.microsoft.com/office/drawing/2014/main" id="{69A47AAC-5676-793F-0C76-EC846EB3D4F9}"/>
              </a:ext>
            </a:extLst>
          </p:cNvPr>
          <p:cNvPicPr>
            <a:picLocks noGrp="1" noChangeAspect="1"/>
          </p:cNvPicPr>
          <p:nvPr>
            <p:ph sz="half" idx="2"/>
          </p:nvPr>
        </p:nvPicPr>
        <p:blipFill>
          <a:blip r:embed="rId3"/>
          <a:stretch>
            <a:fillRect/>
          </a:stretch>
        </p:blipFill>
        <p:spPr>
          <a:xfrm>
            <a:off x="6218238" y="1987250"/>
            <a:ext cx="5599798" cy="3344917"/>
          </a:xfrm>
          <a:prstGeom prst="rect">
            <a:avLst/>
          </a:prstGeom>
        </p:spPr>
      </p:pic>
    </p:spTree>
    <p:extLst>
      <p:ext uri="{BB962C8B-B14F-4D97-AF65-F5344CB8AC3E}">
        <p14:creationId xmlns:p14="http://schemas.microsoft.com/office/powerpoint/2010/main" val="15482426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FCAD4DDB-7C32-592E-5382-CD6544C6904D}"/>
              </a:ext>
            </a:extLst>
          </p:cNvPr>
          <p:cNvPicPr>
            <a:picLocks noGrp="1" noChangeAspect="1"/>
          </p:cNvPicPr>
          <p:nvPr>
            <p:ph idx="1"/>
          </p:nvPr>
        </p:nvPicPr>
        <p:blipFill>
          <a:blip r:embed="rId2"/>
          <a:stretch>
            <a:fillRect/>
          </a:stretch>
        </p:blipFill>
        <p:spPr>
          <a:xfrm>
            <a:off x="4319228" y="1405281"/>
            <a:ext cx="6974247" cy="4200862"/>
          </a:xfrm>
          <a:prstGeom prst="rect">
            <a:avLst/>
          </a:prstGeom>
        </p:spPr>
      </p:pic>
      <p:sp>
        <p:nvSpPr>
          <p:cNvPr id="4" name="Text Placeholder 3">
            <a:extLst>
              <a:ext uri="{FF2B5EF4-FFF2-40B4-BE49-F238E27FC236}">
                <a16:creationId xmlns:a16="http://schemas.microsoft.com/office/drawing/2014/main" id="{F3D5901C-EB5F-3EE3-056E-F7248B463DBD}"/>
              </a:ext>
            </a:extLst>
          </p:cNvPr>
          <p:cNvSpPr>
            <a:spLocks noGrp="1"/>
          </p:cNvSpPr>
          <p:nvPr>
            <p:ph type="body" sz="half" idx="2"/>
          </p:nvPr>
        </p:nvSpPr>
        <p:spPr>
          <a:xfrm>
            <a:off x="359229" y="1405281"/>
            <a:ext cx="3200400" cy="3379124"/>
          </a:xfrm>
        </p:spPr>
        <p:txBody>
          <a:bodyPr/>
          <a:lstStyle/>
          <a:p>
            <a:r>
              <a:rPr lang="en-ZA" dirty="0"/>
              <a:t>The current drivers of risk are unsurprisingly dominated by the shares, sector and countries that the portfolio is most exposed to.</a:t>
            </a:r>
          </a:p>
        </p:txBody>
      </p:sp>
    </p:spTree>
    <p:extLst>
      <p:ext uri="{BB962C8B-B14F-4D97-AF65-F5344CB8AC3E}">
        <p14:creationId xmlns:p14="http://schemas.microsoft.com/office/powerpoint/2010/main" val="571138243"/>
      </p:ext>
    </p:extLst>
  </p:cSld>
  <p:clrMapOvr>
    <a:masterClrMapping/>
  </p:clrMapOvr>
</p:sld>
</file>

<file path=ppt/theme/theme1.xml><?xml version="1.0" encoding="utf-8"?>
<a:theme xmlns:a="http://schemas.openxmlformats.org/drawingml/2006/main" name="Retrospect">
  <a:themeElements>
    <a:clrScheme name="Custom 7">
      <a:dk1>
        <a:srgbClr val="373545"/>
      </a:dk1>
      <a:lt1>
        <a:srgbClr val="FFFFFF"/>
      </a:lt1>
      <a:dk2>
        <a:srgbClr val="373545"/>
      </a:dk2>
      <a:lt2>
        <a:srgbClr val="DCD8DC"/>
      </a:lt2>
      <a:accent1>
        <a:srgbClr val="1D8A79"/>
      </a:accent1>
      <a:accent2>
        <a:srgbClr val="0E6F63"/>
      </a:accent2>
      <a:accent3>
        <a:srgbClr val="4E7817"/>
      </a:accent3>
      <a:accent4>
        <a:srgbClr val="E27C5C"/>
      </a:accent4>
      <a:accent5>
        <a:srgbClr val="84ACB6"/>
      </a:accent5>
      <a:accent6>
        <a:srgbClr val="6F8183"/>
      </a:accent6>
      <a:hlink>
        <a:srgbClr val="69A020"/>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22</TotalTime>
  <Words>131</Words>
  <Application>Microsoft Office PowerPoint</Application>
  <PresentationFormat>Widescreen</PresentationFormat>
  <Paragraphs>15</Paragraphs>
  <Slides>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Calibri</vt:lpstr>
      <vt:lpstr>Calibri Light</vt:lpstr>
      <vt:lpstr>Retrospect</vt:lpstr>
      <vt:lpstr>Risk Analyst Case Study</vt:lpstr>
      <vt:lpstr>Contents</vt:lpstr>
      <vt:lpstr>Problem outline</vt:lpstr>
      <vt:lpstr>Current Portfolio Characteristics </vt:lpstr>
      <vt:lpstr>PowerPoint Presentation</vt:lpstr>
      <vt:lpstr>Current Risk Drivers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Nicholas De Clercq</dc:creator>
  <cp:lastModifiedBy>Nicholas De Clercq</cp:lastModifiedBy>
  <cp:revision>1</cp:revision>
  <dcterms:created xsi:type="dcterms:W3CDTF">2025-11-03T16:50:39Z</dcterms:created>
  <dcterms:modified xsi:type="dcterms:W3CDTF">2025-11-03T17:18:45Z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d164be7-03a2-4291-9ff5-d26186382e5b_Enabled">
    <vt:lpwstr>true</vt:lpwstr>
  </property>
  <property fmtid="{D5CDD505-2E9C-101B-9397-08002B2CF9AE}" pid="3" name="MSIP_Label_1d164be7-03a2-4291-9ff5-d26186382e5b_SetDate">
    <vt:lpwstr>2025-11-03T16:51:07Z</vt:lpwstr>
  </property>
  <property fmtid="{D5CDD505-2E9C-101B-9397-08002B2CF9AE}" pid="4" name="MSIP_Label_1d164be7-03a2-4291-9ff5-d26186382e5b_Method">
    <vt:lpwstr>Standard</vt:lpwstr>
  </property>
  <property fmtid="{D5CDD505-2E9C-101B-9397-08002B2CF9AE}" pid="5" name="MSIP_Label_1d164be7-03a2-4291-9ff5-d26186382e5b_Name">
    <vt:lpwstr>General</vt:lpwstr>
  </property>
  <property fmtid="{D5CDD505-2E9C-101B-9397-08002B2CF9AE}" pid="6" name="MSIP_Label_1d164be7-03a2-4291-9ff5-d26186382e5b_SiteId">
    <vt:lpwstr>5e097b4a-acc6-4c11-8233-96ef54c26c08</vt:lpwstr>
  </property>
  <property fmtid="{D5CDD505-2E9C-101B-9397-08002B2CF9AE}" pid="7" name="MSIP_Label_1d164be7-03a2-4291-9ff5-d26186382e5b_ActionId">
    <vt:lpwstr>fddec8d9-95a6-486c-b305-6fa7ca82581e</vt:lpwstr>
  </property>
  <property fmtid="{D5CDD505-2E9C-101B-9397-08002B2CF9AE}" pid="8" name="MSIP_Label_1d164be7-03a2-4291-9ff5-d26186382e5b_ContentBits">
    <vt:lpwstr>0</vt:lpwstr>
  </property>
  <property fmtid="{D5CDD505-2E9C-101B-9397-08002B2CF9AE}" pid="9" name="MSIP_Label_1d164be7-03a2-4291-9ff5-d26186382e5b_Tag">
    <vt:lpwstr>10, 3, 0, 1</vt:lpwstr>
  </property>
</Properties>
</file>